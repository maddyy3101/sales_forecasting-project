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1pPr>
    <a:lvl2pPr marL="0" marR="0" indent="45720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2pPr>
    <a:lvl3pPr marL="0" marR="0" indent="91440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3pPr>
    <a:lvl4pPr marL="0" marR="0" indent="137160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4pPr>
    <a:lvl5pPr marL="0" marR="0" indent="182880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5pPr>
    <a:lvl6pPr marL="0" marR="0" indent="228600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6pPr>
    <a:lvl7pPr marL="0" marR="0" indent="274320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7pPr>
    <a:lvl8pPr marL="0" marR="0" indent="320040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8pPr>
    <a:lvl9pPr marL="0" marR="0" indent="365760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Courier New"/>
          <a:ea typeface="Courier New"/>
          <a:cs typeface="Courier New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alpha val="20000"/>
            </a:schemeClr>
          </a:solidFill>
        </a:fill>
      </a:tcStyle>
    </a:wholeTbl>
    <a:band2H>
      <a:tcTxStyle b="def" i="def"/>
      <a:tcStyle>
        <a:tcBdr/>
        <a:fill>
          <a:solidFill>
            <a:srgbClr val="F2F2F2"/>
          </a:solidFill>
        </a:fill>
      </a:tcStyle>
    </a:band2H>
    <a:firstCol>
      <a:tcTxStyle b="on" i="off">
        <a:font>
          <a:latin typeface="Courier New"/>
          <a:ea typeface="Courier New"/>
          <a:cs typeface="Courier New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2">
              <a:alpha val="20000"/>
            </a:schemeClr>
          </a:solidFill>
        </a:fill>
      </a:tcStyle>
    </a:firstCol>
    <a:lastRow>
      <a:tcTxStyle b="on" i="off">
        <a:font>
          <a:latin typeface="Courier New"/>
          <a:ea typeface="Courier New"/>
          <a:cs typeface="Courier New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38100" cap="flat">
              <a:solidFill>
                <a:schemeClr val="accent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2">
              <a:alpha val="20000"/>
            </a:schemeClr>
          </a:solidFill>
        </a:fill>
      </a:tcStyle>
    </a:lastRow>
    <a:firstRow>
      <a:tcTxStyle b="on" i="off">
        <a:font>
          <a:latin typeface="Courier New"/>
          <a:ea typeface="Courier New"/>
          <a:cs typeface="Courier New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ourier New"/>
          <a:ea typeface="Courier New"/>
          <a:cs typeface="Courier New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2F2F2"/>
          </a:solidFill>
        </a:fill>
      </a:tcStyle>
    </a:band2H>
    <a:firstCol>
      <a:tcTxStyle b="on" i="off">
        <a:font>
          <a:latin typeface="Courier New"/>
          <a:ea typeface="Courier New"/>
          <a:cs typeface="Courier New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95D1F8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Courier New"/>
          <a:ea typeface="Courier New"/>
          <a:cs typeface="Courier New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95D1F8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Courier New"/>
          <a:ea typeface="Courier New"/>
          <a:cs typeface="Courier New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95D1F7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ourier New"/>
          <a:ea typeface="Courier New"/>
          <a:cs typeface="Courier New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Courier New"/>
          <a:ea typeface="Courier New"/>
          <a:cs typeface="Courier New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C4F66C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Courier New"/>
          <a:ea typeface="Courier New"/>
          <a:cs typeface="Courier New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C4F6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Courier New"/>
          <a:ea typeface="Courier New"/>
          <a:cs typeface="Courier New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1">
              <a:hueOff val="72969"/>
              <a:satOff val="-11330"/>
              <a:lumOff val="24916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ourier New"/>
          <a:ea typeface="Courier New"/>
          <a:cs typeface="Courier New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Courier New"/>
          <a:ea typeface="Courier New"/>
          <a:cs typeface="Courier New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F4C242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327488"/>
              <a:satOff val="-7073"/>
              <a:lumOff val="19960"/>
            </a:schemeClr>
          </a:solidFill>
        </a:fill>
      </a:tcStyle>
    </a:firstCol>
    <a:lastRow>
      <a:tcTxStyle b="on" i="off">
        <a:font>
          <a:latin typeface="Courier New"/>
          <a:ea typeface="Courier New"/>
          <a:cs typeface="Courier New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F4C242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Courier New"/>
          <a:ea typeface="Courier New"/>
          <a:cs typeface="Courier New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5C243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ourier New"/>
          <a:ea typeface="Courier New"/>
          <a:cs typeface="Courier New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Courier New"/>
          <a:ea typeface="Courier New"/>
          <a:cs typeface="Courier New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EE8036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154622"/>
              <a:satOff val="-15214"/>
              <a:lumOff val="12314"/>
            </a:schemeClr>
          </a:solidFill>
        </a:fill>
      </a:tcStyle>
    </a:firstCol>
    <a:lastRow>
      <a:tcTxStyle b="on" i="off">
        <a:font>
          <a:latin typeface="Courier New"/>
          <a:ea typeface="Courier New"/>
          <a:cs typeface="Courier New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EE8036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Courier New"/>
          <a:ea typeface="Courier New"/>
          <a:cs typeface="Courier New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E8036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ourier New"/>
          <a:ea typeface="Courier New"/>
          <a:cs typeface="Courier New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Courier New"/>
          <a:ea typeface="Courier New"/>
          <a:cs typeface="Courier New"/>
        </a:font>
        <a:srgbClr val="000000"/>
      </a:tcTxStyle>
      <a:tcStyle>
        <a:tcBdr>
          <a:left>
            <a:ln w="381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5D5D5"/>
          </a:solidFill>
        </a:fill>
      </a:tcStyle>
    </a:firstCol>
    <a:lastRow>
      <a:tcTxStyle b="on" i="off">
        <a:font>
          <a:latin typeface="Courier New"/>
          <a:ea typeface="Courier New"/>
          <a:cs typeface="Courier New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Courier New"/>
          <a:ea typeface="Courier New"/>
          <a:cs typeface="Courier New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92929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Shape 28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7" name="Shape 28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ody Level One…"/>
          <p:cNvSpPr txBox="1"/>
          <p:nvPr>
            <p:ph type="body" sz="quarter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7" name="Author and Date"/>
          <p:cNvSpPr txBox="1"/>
          <p:nvPr>
            <p:ph type="body" sz="quarter" idx="21" hasCustomPrompt="1"/>
          </p:nvPr>
        </p:nvSpPr>
        <p:spPr>
          <a:xfrm>
            <a:off x="901568" y="12535713"/>
            <a:ext cx="11290301" cy="3937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pc="0" sz="2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8" name="Presentation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Presentation Title</a:t>
            </a:r>
          </a:p>
        </p:txBody>
      </p:sp>
      <p:sp>
        <p:nvSpPr>
          <p:cNvPr id="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Agenda">
    <p:bg>
      <p:bgPr>
        <a:solidFill>
          <a:schemeClr val="accent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Agenda Subtitle"/>
          <p:cNvSpPr txBox="1"/>
          <p:nvPr>
            <p:ph type="body" sz="quarter" idx="21" hasCustomPrompt="1"/>
          </p:nvPr>
        </p:nvSpPr>
        <p:spPr>
          <a:xfrm>
            <a:off x="863600" y="1701800"/>
            <a:ext cx="22601866" cy="12954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pc="0" sz="7000"/>
            </a:lvl1pPr>
          </a:lstStyle>
          <a:p>
            <a:pPr/>
            <a:r>
              <a:t>Agenda Subtitle</a:t>
            </a:r>
          </a:p>
        </p:txBody>
      </p:sp>
      <p:sp>
        <p:nvSpPr>
          <p:cNvPr id="27" name="Presentation Title"/>
          <p:cNvSpPr txBox="1"/>
          <p:nvPr>
            <p:ph type="body" sz="quarter" idx="22" hasCustomPrompt="1"/>
          </p:nvPr>
        </p:nvSpPr>
        <p:spPr>
          <a:xfrm>
            <a:off x="901569" y="12542191"/>
            <a:ext cx="11290431" cy="3937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pc="0" sz="2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28" name="Body Level One…"/>
          <p:cNvSpPr txBox="1"/>
          <p:nvPr>
            <p:ph type="body" idx="1" hasCustomPrompt="1"/>
          </p:nvPr>
        </p:nvSpPr>
        <p:spPr>
          <a:xfrm>
            <a:off x="863600" y="4659554"/>
            <a:ext cx="22601866" cy="6477509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spc="0" sz="7000"/>
            </a:lvl1pPr>
            <a:lvl2pPr>
              <a:lnSpc>
                <a:spcPct val="100000"/>
              </a:lnSpc>
              <a:defRPr spc="0" sz="7000"/>
            </a:lvl2pPr>
            <a:lvl3pPr>
              <a:lnSpc>
                <a:spcPct val="100000"/>
              </a:lnSpc>
              <a:defRPr spc="0" sz="7000"/>
            </a:lvl3pPr>
            <a:lvl4pPr>
              <a:lnSpc>
                <a:spcPct val="100000"/>
              </a:lnSpc>
              <a:defRPr spc="0" sz="7000"/>
            </a:lvl4pPr>
            <a:lvl5pPr>
              <a:lnSpc>
                <a:spcPct val="100000"/>
              </a:lnSpc>
              <a:defRPr spc="0" sz="70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9" name="Agenda Title"/>
          <p:cNvSpPr txBox="1"/>
          <p:nvPr>
            <p:ph type="title" hasCustomPrompt="1"/>
          </p:nvPr>
        </p:nvSpPr>
        <p:spPr>
          <a:xfrm>
            <a:off x="863468" y="643119"/>
            <a:ext cx="22602129" cy="129632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pc="0" sz="7000"/>
            </a:lvl1pPr>
          </a:lstStyle>
          <a:p>
            <a:pPr/>
            <a:r>
              <a:t>Agenda Title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xfrm>
            <a:off x="23145802" y="12542191"/>
            <a:ext cx="419151" cy="3937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s"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resentation Title"/>
          <p:cNvSpPr txBox="1"/>
          <p:nvPr>
            <p:ph type="body" sz="quarter" idx="21" hasCustomPrompt="1"/>
          </p:nvPr>
        </p:nvSpPr>
        <p:spPr>
          <a:xfrm>
            <a:off x="901568" y="12535713"/>
            <a:ext cx="11290432" cy="3937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pc="0" sz="2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38" name="Contents"/>
          <p:cNvSpPr txBox="1"/>
          <p:nvPr>
            <p:ph type="title" hasCustomPrompt="1"/>
          </p:nvPr>
        </p:nvSpPr>
        <p:spPr>
          <a:xfrm>
            <a:off x="863468" y="643119"/>
            <a:ext cx="9306420" cy="5651501"/>
          </a:xfrm>
          <a:prstGeom prst="rect">
            <a:avLst/>
          </a:prstGeom>
        </p:spPr>
        <p:txBody>
          <a:bodyPr anchor="t"/>
          <a:lstStyle>
            <a:lvl1pPr>
              <a:defRPr spc="0" sz="700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r>
              <a:t>Contents</a:t>
            </a:r>
          </a:p>
        </p:txBody>
      </p:sp>
      <p:sp>
        <p:nvSpPr>
          <p:cNvPr id="39" name="Body Level One…"/>
          <p:cNvSpPr txBox="1"/>
          <p:nvPr>
            <p:ph type="body" sz="quarter" idx="1" hasCustomPrompt="1"/>
          </p:nvPr>
        </p:nvSpPr>
        <p:spPr>
          <a:xfrm>
            <a:off x="12238435" y="643119"/>
            <a:ext cx="9306420" cy="5651501"/>
          </a:xfrm>
          <a:prstGeom prst="rect">
            <a:avLst/>
          </a:prstGeom>
        </p:spPr>
        <p:txBody>
          <a:bodyPr anchor="t"/>
          <a:lstStyle>
            <a:lvl1pPr>
              <a:defRPr spc="0" sz="7000"/>
            </a:lvl1pPr>
            <a:lvl2pPr>
              <a:defRPr spc="0" sz="7000"/>
            </a:lvl2pPr>
            <a:lvl3pPr>
              <a:defRPr spc="0" sz="7000"/>
            </a:lvl3pPr>
            <a:lvl4pPr>
              <a:defRPr spc="0" sz="7000"/>
            </a:lvl4pPr>
            <a:lvl5pPr>
              <a:defRPr spc="0" sz="7000"/>
            </a:lvl5pPr>
          </a:lstStyle>
          <a:p>
            <a:pPr/>
            <a:r>
              <a:t>Section 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0" name="00"/>
          <p:cNvSpPr txBox="1"/>
          <p:nvPr>
            <p:ph type="body" sz="quarter" idx="22" hasCustomPrompt="1"/>
          </p:nvPr>
        </p:nvSpPr>
        <p:spPr>
          <a:xfrm>
            <a:off x="21796574" y="643119"/>
            <a:ext cx="1750648" cy="5651501"/>
          </a:xfrm>
          <a:prstGeom prst="rect">
            <a:avLst/>
          </a:prstGeom>
        </p:spPr>
        <p:txBody>
          <a:bodyPr anchor="t"/>
          <a:lstStyle>
            <a:lvl1pPr algn="r">
              <a:defRPr spc="0" sz="7000"/>
            </a:lvl1pPr>
          </a:lstStyle>
          <a:p>
            <a:pPr/>
            <a:r>
              <a:t>00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xfrm>
            <a:off x="23145802" y="12542191"/>
            <a:ext cx="419151" cy="3937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"/>
          <p:cNvGrpSpPr/>
          <p:nvPr/>
        </p:nvGrpSpPr>
        <p:grpSpPr>
          <a:xfrm>
            <a:off x="0" y="0"/>
            <a:ext cx="24384001" cy="13716000"/>
            <a:chOff x="0" y="0"/>
            <a:chExt cx="24384000" cy="13716000"/>
          </a:xfrm>
        </p:grpSpPr>
        <p:sp>
          <p:nvSpPr>
            <p:cNvPr id="48" name="Rectangle"/>
            <p:cNvSpPr/>
            <p:nvPr/>
          </p:nvSpPr>
          <p:spPr>
            <a:xfrm>
              <a:off x="0" y="0"/>
              <a:ext cx="4880435" cy="1371600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  <p:sp>
          <p:nvSpPr>
            <p:cNvPr id="49" name="Rectangle"/>
            <p:cNvSpPr/>
            <p:nvPr/>
          </p:nvSpPr>
          <p:spPr>
            <a:xfrm>
              <a:off x="4875891" y="0"/>
              <a:ext cx="4880435" cy="13716000"/>
            </a:xfrm>
            <a:prstGeom prst="rect">
              <a:avLst/>
            </a:prstGeom>
            <a:solidFill>
              <a:srgbClr val="B7E657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  <p:sp>
          <p:nvSpPr>
            <p:cNvPr id="50" name="Rectangle"/>
            <p:cNvSpPr/>
            <p:nvPr/>
          </p:nvSpPr>
          <p:spPr>
            <a:xfrm>
              <a:off x="9751783" y="0"/>
              <a:ext cx="4880435" cy="13716000"/>
            </a:xfrm>
            <a:prstGeom prst="rect">
              <a:avLst/>
            </a:prstGeom>
            <a:solidFill>
              <a:srgbClr val="C8ED79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  <p:sp>
          <p:nvSpPr>
            <p:cNvPr id="51" name="Rectangle"/>
            <p:cNvSpPr/>
            <p:nvPr/>
          </p:nvSpPr>
          <p:spPr>
            <a:xfrm>
              <a:off x="14627677" y="0"/>
              <a:ext cx="4880435" cy="13716000"/>
            </a:xfrm>
            <a:prstGeom prst="rect">
              <a:avLst/>
            </a:prstGeom>
            <a:solidFill>
              <a:srgbClr val="DBF2A3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  <p:sp>
          <p:nvSpPr>
            <p:cNvPr id="52" name="Rectangle"/>
            <p:cNvSpPr/>
            <p:nvPr/>
          </p:nvSpPr>
          <p:spPr>
            <a:xfrm>
              <a:off x="19503566" y="0"/>
              <a:ext cx="4880435" cy="13716000"/>
            </a:xfrm>
            <a:prstGeom prst="rect">
              <a:avLst/>
            </a:prstGeom>
            <a:solidFill>
              <a:srgbClr val="EDF9D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</p:grpSp>
      <p:sp>
        <p:nvSpPr>
          <p:cNvPr id="54" name="Presentation Title"/>
          <p:cNvSpPr txBox="1"/>
          <p:nvPr>
            <p:ph type="body" sz="quarter" idx="21" hasCustomPrompt="1"/>
          </p:nvPr>
        </p:nvSpPr>
        <p:spPr>
          <a:xfrm>
            <a:off x="901568" y="12535713"/>
            <a:ext cx="11290432" cy="3937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pc="0" sz="2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55" name="Section Title"/>
          <p:cNvSpPr txBox="1"/>
          <p:nvPr>
            <p:ph type="title" hasCustomPrompt="1"/>
          </p:nvPr>
        </p:nvSpPr>
        <p:spPr>
          <a:xfrm>
            <a:off x="838068" y="3784600"/>
            <a:ext cx="22707863" cy="6019800"/>
          </a:xfrm>
          <a:prstGeom prst="rect">
            <a:avLst/>
          </a:prstGeom>
        </p:spPr>
        <p:txBody>
          <a:bodyPr/>
          <a:lstStyle/>
          <a:p>
            <a:pPr/>
            <a:r>
              <a:t>Section Title</a:t>
            </a:r>
          </a:p>
        </p:txBody>
      </p:sp>
      <p:sp>
        <p:nvSpPr>
          <p:cNvPr id="56" name="Slide Number"/>
          <p:cNvSpPr txBox="1"/>
          <p:nvPr>
            <p:ph type="sldNum" sz="quarter" idx="2"/>
          </p:nvPr>
        </p:nvSpPr>
        <p:spPr>
          <a:xfrm>
            <a:off x="23150035" y="12542191"/>
            <a:ext cx="419150" cy="3937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Bullets">
    <p:bg>
      <p:bgPr>
        <a:solidFill>
          <a:schemeClr val="accent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resentation Title"/>
          <p:cNvSpPr txBox="1"/>
          <p:nvPr>
            <p:ph type="body" sz="quarter" idx="21" hasCustomPrompt="1"/>
          </p:nvPr>
        </p:nvSpPr>
        <p:spPr>
          <a:xfrm>
            <a:off x="901568" y="12535713"/>
            <a:ext cx="11290432" cy="3937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pc="0" sz="2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64" name="Body Level One…"/>
          <p:cNvSpPr txBox="1"/>
          <p:nvPr>
            <p:ph type="body" idx="1" hasCustomPrompt="1"/>
          </p:nvPr>
        </p:nvSpPr>
        <p:spPr>
          <a:xfrm>
            <a:off x="863468" y="3706376"/>
            <a:ext cx="22602129" cy="7175501"/>
          </a:xfrm>
          <a:prstGeom prst="rect">
            <a:avLst/>
          </a:prstGeom>
        </p:spPr>
        <p:txBody>
          <a:bodyPr anchor="t"/>
          <a:lstStyle>
            <a:lvl1pPr marL="635000" indent="-635000">
              <a:lnSpc>
                <a:spcPct val="100000"/>
              </a:lnSpc>
              <a:buSzPct val="123000"/>
              <a:buChar char="-"/>
              <a:defRPr spc="0" sz="7000"/>
            </a:lvl1pPr>
            <a:lvl2pPr marL="1270000" indent="-635000">
              <a:lnSpc>
                <a:spcPct val="100000"/>
              </a:lnSpc>
              <a:buSzPct val="123000"/>
              <a:buChar char="-"/>
              <a:defRPr spc="0" sz="7000"/>
            </a:lvl2pPr>
            <a:lvl3pPr marL="1905000" indent="-635000">
              <a:lnSpc>
                <a:spcPct val="100000"/>
              </a:lnSpc>
              <a:buSzPct val="123000"/>
              <a:buChar char="-"/>
              <a:defRPr spc="0" sz="7000"/>
            </a:lvl3pPr>
            <a:lvl4pPr marL="2540000" indent="-635000">
              <a:lnSpc>
                <a:spcPct val="100000"/>
              </a:lnSpc>
              <a:buSzPct val="123000"/>
              <a:buChar char="-"/>
              <a:defRPr spc="0" sz="7000"/>
            </a:lvl4pPr>
            <a:lvl5pPr marL="3175000" indent="-635000">
              <a:lnSpc>
                <a:spcPct val="100000"/>
              </a:lnSpc>
              <a:buSzPct val="123000"/>
              <a:buChar char="-"/>
              <a:defRPr spc="0" sz="7000"/>
            </a:lvl5pPr>
          </a:lstStyle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5" name="Slide Subtitle"/>
          <p:cNvSpPr txBox="1"/>
          <p:nvPr>
            <p:ph type="body" sz="quarter" idx="22" hasCustomPrompt="1"/>
          </p:nvPr>
        </p:nvSpPr>
        <p:spPr>
          <a:xfrm>
            <a:off x="863600" y="1699865"/>
            <a:ext cx="22606000" cy="129540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pc="0" sz="7000"/>
            </a:lvl1pPr>
          </a:lstStyle>
          <a:p>
            <a:pPr/>
            <a:r>
              <a:t>Slide Subtitle</a:t>
            </a:r>
          </a:p>
        </p:txBody>
      </p:sp>
      <p:sp>
        <p:nvSpPr>
          <p:cNvPr id="66" name="Slide Title"/>
          <p:cNvSpPr txBox="1"/>
          <p:nvPr>
            <p:ph type="title" hasCustomPrompt="1"/>
          </p:nvPr>
        </p:nvSpPr>
        <p:spPr>
          <a:xfrm>
            <a:off x="863600" y="641668"/>
            <a:ext cx="22601866" cy="129632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pc="0" sz="7000"/>
            </a:lvl1pPr>
          </a:lstStyle>
          <a:p>
            <a:pPr/>
            <a:r>
              <a:t>Slide Title</a:t>
            </a:r>
          </a:p>
        </p:txBody>
      </p:sp>
      <p:sp>
        <p:nvSpPr>
          <p:cNvPr id="67" name="Slide Number"/>
          <p:cNvSpPr txBox="1"/>
          <p:nvPr>
            <p:ph type="sldNum" sz="quarter" idx="2"/>
          </p:nvPr>
        </p:nvSpPr>
        <p:spPr>
          <a:xfrm>
            <a:off x="23145802" y="12542191"/>
            <a:ext cx="419151" cy="3937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Text">
    <p:bg>
      <p:bgPr>
        <a:solidFill>
          <a:schemeClr val="accent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lide Subtitle"/>
          <p:cNvSpPr txBox="1"/>
          <p:nvPr>
            <p:ph type="body" sz="quarter" idx="21" hasCustomPrompt="1"/>
          </p:nvPr>
        </p:nvSpPr>
        <p:spPr>
          <a:xfrm>
            <a:off x="863600" y="1701800"/>
            <a:ext cx="22601604" cy="12954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pc="0" sz="7000"/>
            </a:lvl1pPr>
          </a:lstStyle>
          <a:p>
            <a:pPr/>
            <a:r>
              <a:t>Slide Subtitle</a:t>
            </a:r>
          </a:p>
        </p:txBody>
      </p:sp>
      <p:sp>
        <p:nvSpPr>
          <p:cNvPr id="75" name="Presentation Title"/>
          <p:cNvSpPr txBox="1"/>
          <p:nvPr>
            <p:ph type="body" sz="quarter" idx="22" hasCustomPrompt="1"/>
          </p:nvPr>
        </p:nvSpPr>
        <p:spPr>
          <a:xfrm>
            <a:off x="901568" y="12535713"/>
            <a:ext cx="11290432" cy="3937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pc="0" sz="2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76" name="Body Level One…"/>
          <p:cNvSpPr txBox="1"/>
          <p:nvPr>
            <p:ph type="body" idx="1" hasCustomPrompt="1"/>
          </p:nvPr>
        </p:nvSpPr>
        <p:spPr>
          <a:xfrm>
            <a:off x="863468" y="4673600"/>
            <a:ext cx="22601737" cy="7137400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spc="0" sz="7000"/>
            </a:lvl1pPr>
            <a:lvl2pPr>
              <a:lnSpc>
                <a:spcPct val="100000"/>
              </a:lnSpc>
              <a:defRPr spc="0" sz="7000"/>
            </a:lvl2pPr>
            <a:lvl3pPr>
              <a:lnSpc>
                <a:spcPct val="100000"/>
              </a:lnSpc>
              <a:defRPr spc="0" sz="7000"/>
            </a:lvl3pPr>
            <a:lvl4pPr>
              <a:lnSpc>
                <a:spcPct val="100000"/>
              </a:lnSpc>
              <a:defRPr spc="0" sz="7000"/>
            </a:lvl4pPr>
            <a:lvl5pPr>
              <a:lnSpc>
                <a:spcPct val="100000"/>
              </a:lnSpc>
              <a:defRPr spc="0" sz="7000"/>
            </a:lvl5pPr>
          </a:lstStyle>
          <a:p>
            <a:pPr/>
            <a:r>
              <a:t>Body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7" name="Slide Title"/>
          <p:cNvSpPr txBox="1"/>
          <p:nvPr>
            <p:ph type="title" hasCustomPrompt="1"/>
          </p:nvPr>
        </p:nvSpPr>
        <p:spPr>
          <a:xfrm>
            <a:off x="863468" y="643119"/>
            <a:ext cx="22602129" cy="129632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pc="0" sz="7000"/>
            </a:lvl1pPr>
          </a:lstStyle>
          <a:p>
            <a:pPr/>
            <a:r>
              <a:t>Slide Title</a:t>
            </a:r>
          </a:p>
        </p:txBody>
      </p:sp>
      <p:sp>
        <p:nvSpPr>
          <p:cNvPr id="78" name="Slide Number"/>
          <p:cNvSpPr txBox="1"/>
          <p:nvPr>
            <p:ph type="sldNum" sz="quarter" idx="2"/>
          </p:nvPr>
        </p:nvSpPr>
        <p:spPr>
          <a:xfrm>
            <a:off x="23145802" y="12542191"/>
            <a:ext cx="419151" cy="3937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Text Alt">
    <p:bg>
      <p:bgPr>
        <a:solidFill>
          <a:schemeClr val="accent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resentation Title"/>
          <p:cNvSpPr txBox="1"/>
          <p:nvPr>
            <p:ph type="body" sz="quarter" idx="21" hasCustomPrompt="1"/>
          </p:nvPr>
        </p:nvSpPr>
        <p:spPr>
          <a:xfrm>
            <a:off x="901568" y="12535713"/>
            <a:ext cx="11290432" cy="3937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pc="0" sz="2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86" name="Body text"/>
          <p:cNvSpPr txBox="1"/>
          <p:nvPr>
            <p:ph type="body" sz="quarter" idx="22" hasCustomPrompt="1"/>
          </p:nvPr>
        </p:nvSpPr>
        <p:spPr>
          <a:xfrm>
            <a:off x="863600" y="4391630"/>
            <a:ext cx="6615122" cy="2540001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spc="0" sz="3600"/>
            </a:lvl1pPr>
          </a:lstStyle>
          <a:p>
            <a:pPr/>
            <a:r>
              <a:t>Body text</a:t>
            </a:r>
          </a:p>
        </p:txBody>
      </p:sp>
      <p:sp>
        <p:nvSpPr>
          <p:cNvPr id="87" name="Heading Title"/>
          <p:cNvSpPr txBox="1"/>
          <p:nvPr>
            <p:ph type="body" sz="quarter" idx="23" hasCustomPrompt="1"/>
          </p:nvPr>
        </p:nvSpPr>
        <p:spPr>
          <a:xfrm>
            <a:off x="863600" y="3793590"/>
            <a:ext cx="6615122" cy="70662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pc="0" sz="3600">
                <a:latin typeface="+mn-lt"/>
                <a:ea typeface="+mn-ea"/>
                <a:cs typeface="+mn-cs"/>
                <a:sym typeface="Graphik Semibold"/>
              </a:defRPr>
            </a:lvl1pPr>
          </a:lstStyle>
          <a:p>
            <a:pPr/>
            <a:r>
              <a:t>Heading Title</a:t>
            </a:r>
          </a:p>
        </p:txBody>
      </p:sp>
      <p:sp>
        <p:nvSpPr>
          <p:cNvPr id="88" name="Body text"/>
          <p:cNvSpPr txBox="1"/>
          <p:nvPr>
            <p:ph type="body" sz="quarter" idx="24" hasCustomPrompt="1"/>
          </p:nvPr>
        </p:nvSpPr>
        <p:spPr>
          <a:xfrm>
            <a:off x="8449602" y="4391630"/>
            <a:ext cx="6615122" cy="2540001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spc="0" sz="3600"/>
            </a:lvl1pPr>
          </a:lstStyle>
          <a:p>
            <a:pPr/>
            <a:r>
              <a:t>Body text</a:t>
            </a:r>
          </a:p>
        </p:txBody>
      </p:sp>
      <p:sp>
        <p:nvSpPr>
          <p:cNvPr id="89" name="Heading Title"/>
          <p:cNvSpPr txBox="1"/>
          <p:nvPr>
            <p:ph type="body" sz="quarter" idx="25" hasCustomPrompt="1"/>
          </p:nvPr>
        </p:nvSpPr>
        <p:spPr>
          <a:xfrm>
            <a:off x="8449602" y="3793590"/>
            <a:ext cx="6615122" cy="70662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pc="0" sz="3600">
                <a:latin typeface="+mn-lt"/>
                <a:ea typeface="+mn-ea"/>
                <a:cs typeface="+mn-cs"/>
                <a:sym typeface="Graphik Semibold"/>
              </a:defRPr>
            </a:lvl1pPr>
          </a:lstStyle>
          <a:p>
            <a:pPr/>
            <a:r>
              <a:t>Heading Title</a:t>
            </a:r>
          </a:p>
        </p:txBody>
      </p:sp>
      <p:sp>
        <p:nvSpPr>
          <p:cNvPr id="90" name="Body text"/>
          <p:cNvSpPr txBox="1"/>
          <p:nvPr>
            <p:ph type="body" sz="quarter" idx="26" hasCustomPrompt="1"/>
          </p:nvPr>
        </p:nvSpPr>
        <p:spPr>
          <a:xfrm>
            <a:off x="16035735" y="4391630"/>
            <a:ext cx="6615122" cy="2540001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spc="0" sz="3600"/>
            </a:lvl1pPr>
          </a:lstStyle>
          <a:p>
            <a:pPr/>
            <a:r>
              <a:t>Body text</a:t>
            </a:r>
          </a:p>
        </p:txBody>
      </p:sp>
      <p:sp>
        <p:nvSpPr>
          <p:cNvPr id="91" name="Heading Title"/>
          <p:cNvSpPr txBox="1"/>
          <p:nvPr>
            <p:ph type="body" sz="quarter" idx="27" hasCustomPrompt="1"/>
          </p:nvPr>
        </p:nvSpPr>
        <p:spPr>
          <a:xfrm>
            <a:off x="16035735" y="3793590"/>
            <a:ext cx="6615122" cy="70662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pc="0" sz="3600">
                <a:latin typeface="+mn-lt"/>
                <a:ea typeface="+mn-ea"/>
                <a:cs typeface="+mn-cs"/>
                <a:sym typeface="Graphik Semibold"/>
              </a:defRPr>
            </a:lvl1pPr>
          </a:lstStyle>
          <a:p>
            <a:pPr/>
            <a:r>
              <a:t>Heading Title</a:t>
            </a:r>
          </a:p>
        </p:txBody>
      </p:sp>
      <p:sp>
        <p:nvSpPr>
          <p:cNvPr id="92" name="Body text"/>
          <p:cNvSpPr txBox="1"/>
          <p:nvPr>
            <p:ph type="body" sz="quarter" idx="28" hasCustomPrompt="1"/>
          </p:nvPr>
        </p:nvSpPr>
        <p:spPr>
          <a:xfrm>
            <a:off x="863600" y="8416009"/>
            <a:ext cx="6615122" cy="2540001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spc="0" sz="3600"/>
            </a:lvl1pPr>
          </a:lstStyle>
          <a:p>
            <a:pPr/>
            <a:r>
              <a:t>Body text</a:t>
            </a:r>
          </a:p>
        </p:txBody>
      </p:sp>
      <p:sp>
        <p:nvSpPr>
          <p:cNvPr id="93" name="Heading Title"/>
          <p:cNvSpPr txBox="1"/>
          <p:nvPr>
            <p:ph type="body" sz="quarter" idx="29" hasCustomPrompt="1"/>
          </p:nvPr>
        </p:nvSpPr>
        <p:spPr>
          <a:xfrm>
            <a:off x="863600" y="7817970"/>
            <a:ext cx="6615122" cy="70662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pc="0" sz="3600">
                <a:latin typeface="+mn-lt"/>
                <a:ea typeface="+mn-ea"/>
                <a:cs typeface="+mn-cs"/>
                <a:sym typeface="Graphik Semibold"/>
              </a:defRPr>
            </a:lvl1pPr>
          </a:lstStyle>
          <a:p>
            <a:pPr/>
            <a:r>
              <a:t>Heading Title</a:t>
            </a:r>
          </a:p>
        </p:txBody>
      </p:sp>
      <p:sp>
        <p:nvSpPr>
          <p:cNvPr id="94" name="Body text"/>
          <p:cNvSpPr txBox="1"/>
          <p:nvPr>
            <p:ph type="body" sz="quarter" idx="30" hasCustomPrompt="1"/>
          </p:nvPr>
        </p:nvSpPr>
        <p:spPr>
          <a:xfrm>
            <a:off x="8449602" y="8416009"/>
            <a:ext cx="6615122" cy="2540001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spc="0" sz="3600"/>
            </a:lvl1pPr>
          </a:lstStyle>
          <a:p>
            <a:pPr/>
            <a:r>
              <a:t>Body text</a:t>
            </a:r>
          </a:p>
        </p:txBody>
      </p:sp>
      <p:sp>
        <p:nvSpPr>
          <p:cNvPr id="95" name="Heading Title"/>
          <p:cNvSpPr txBox="1"/>
          <p:nvPr>
            <p:ph type="body" sz="quarter" idx="31" hasCustomPrompt="1"/>
          </p:nvPr>
        </p:nvSpPr>
        <p:spPr>
          <a:xfrm>
            <a:off x="8449602" y="7817970"/>
            <a:ext cx="6615122" cy="70662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pc="0" sz="3600">
                <a:latin typeface="+mn-lt"/>
                <a:ea typeface="+mn-ea"/>
                <a:cs typeface="+mn-cs"/>
                <a:sym typeface="Graphik Semibold"/>
              </a:defRPr>
            </a:lvl1pPr>
          </a:lstStyle>
          <a:p>
            <a:pPr/>
            <a:r>
              <a:t>Heading Title</a:t>
            </a:r>
          </a:p>
        </p:txBody>
      </p:sp>
      <p:sp>
        <p:nvSpPr>
          <p:cNvPr id="96" name="Body text"/>
          <p:cNvSpPr txBox="1"/>
          <p:nvPr>
            <p:ph type="body" sz="quarter" idx="32" hasCustomPrompt="1"/>
          </p:nvPr>
        </p:nvSpPr>
        <p:spPr>
          <a:xfrm>
            <a:off x="16035735" y="8416009"/>
            <a:ext cx="6615122" cy="2540001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spc="0" sz="3600"/>
            </a:lvl1pPr>
          </a:lstStyle>
          <a:p>
            <a:pPr/>
            <a:r>
              <a:t>Body text</a:t>
            </a:r>
          </a:p>
        </p:txBody>
      </p:sp>
      <p:sp>
        <p:nvSpPr>
          <p:cNvPr id="97" name="Heading Title"/>
          <p:cNvSpPr txBox="1"/>
          <p:nvPr>
            <p:ph type="body" sz="quarter" idx="33" hasCustomPrompt="1"/>
          </p:nvPr>
        </p:nvSpPr>
        <p:spPr>
          <a:xfrm>
            <a:off x="16035735" y="7817970"/>
            <a:ext cx="6615123" cy="70662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pc="0" sz="3600">
                <a:latin typeface="+mn-lt"/>
                <a:ea typeface="+mn-ea"/>
                <a:cs typeface="+mn-cs"/>
                <a:sym typeface="Graphik Semibold"/>
              </a:defRPr>
            </a:lvl1pPr>
          </a:lstStyle>
          <a:p>
            <a:pPr/>
            <a:r>
              <a:t>Heading Title</a:t>
            </a:r>
          </a:p>
        </p:txBody>
      </p:sp>
      <p:sp>
        <p:nvSpPr>
          <p:cNvPr id="98" name="Body Level One…"/>
          <p:cNvSpPr txBox="1"/>
          <p:nvPr>
            <p:ph type="body" sz="quarter" idx="1" hasCustomPrompt="1"/>
          </p:nvPr>
        </p:nvSpPr>
        <p:spPr>
          <a:xfrm>
            <a:off x="863600" y="1701800"/>
            <a:ext cx="22601866" cy="12954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pc="0" sz="7000"/>
            </a:lvl1pPr>
            <a:lvl2pPr>
              <a:lnSpc>
                <a:spcPct val="100000"/>
              </a:lnSpc>
              <a:defRPr spc="0" sz="7000"/>
            </a:lvl2pPr>
            <a:lvl3pPr>
              <a:lnSpc>
                <a:spcPct val="100000"/>
              </a:lnSpc>
              <a:defRPr spc="0" sz="7000"/>
            </a:lvl3pPr>
            <a:lvl4pPr>
              <a:lnSpc>
                <a:spcPct val="100000"/>
              </a:lnSpc>
              <a:defRPr spc="0" sz="7000"/>
            </a:lvl4pPr>
            <a:lvl5pPr>
              <a:lnSpc>
                <a:spcPct val="100000"/>
              </a:lnSpc>
              <a:defRPr spc="0" sz="70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863468" y="643119"/>
            <a:ext cx="22602129" cy="129632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pc="0" sz="7000"/>
            </a:lvl1pPr>
          </a:lstStyle>
          <a:p>
            <a:pPr/>
            <a:r>
              <a:t>Slide Title</a:t>
            </a:r>
          </a:p>
        </p:txBody>
      </p:sp>
      <p:sp>
        <p:nvSpPr>
          <p:cNvPr id="100" name="Slide Number"/>
          <p:cNvSpPr txBox="1"/>
          <p:nvPr>
            <p:ph type="sldNum" sz="quarter" idx="2"/>
          </p:nvPr>
        </p:nvSpPr>
        <p:spPr>
          <a:xfrm>
            <a:off x="23145802" y="12542191"/>
            <a:ext cx="419151" cy="3937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Text &amp; Image">
    <p:bg>
      <p:bgPr>
        <a:solidFill>
          <a:schemeClr val="accent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roup"/>
          <p:cNvGrpSpPr/>
          <p:nvPr/>
        </p:nvGrpSpPr>
        <p:grpSpPr>
          <a:xfrm>
            <a:off x="12193619" y="0"/>
            <a:ext cx="12190381" cy="13716000"/>
            <a:chOff x="0" y="0"/>
            <a:chExt cx="12190379" cy="13716000"/>
          </a:xfrm>
        </p:grpSpPr>
        <p:sp>
          <p:nvSpPr>
            <p:cNvPr id="107" name="Rectangle"/>
            <p:cNvSpPr/>
            <p:nvPr/>
          </p:nvSpPr>
          <p:spPr>
            <a:xfrm flipH="1">
              <a:off x="9750487" y="0"/>
              <a:ext cx="2439893" cy="13716000"/>
            </a:xfrm>
            <a:prstGeom prst="rect">
              <a:avLst/>
            </a:prstGeom>
            <a:solidFill>
              <a:srgbClr val="EE8036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  <p:sp>
          <p:nvSpPr>
            <p:cNvPr id="108" name="Rectangle"/>
            <p:cNvSpPr/>
            <p:nvPr/>
          </p:nvSpPr>
          <p:spPr>
            <a:xfrm flipH="1">
              <a:off x="7312865" y="0"/>
              <a:ext cx="2439893" cy="13716000"/>
            </a:xfrm>
            <a:prstGeom prst="rect">
              <a:avLst/>
            </a:prstGeom>
            <a:solidFill>
              <a:srgbClr val="F09854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  <p:sp>
          <p:nvSpPr>
            <p:cNvPr id="109" name="Rectangle"/>
            <p:cNvSpPr/>
            <p:nvPr/>
          </p:nvSpPr>
          <p:spPr>
            <a:xfrm flipH="1">
              <a:off x="4875242" y="0"/>
              <a:ext cx="2439894" cy="13716000"/>
            </a:xfrm>
            <a:prstGeom prst="rect">
              <a:avLst/>
            </a:prstGeom>
            <a:solidFill>
              <a:srgbClr val="F3B17B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  <p:sp>
          <p:nvSpPr>
            <p:cNvPr id="110" name="Rectangle"/>
            <p:cNvSpPr/>
            <p:nvPr/>
          </p:nvSpPr>
          <p:spPr>
            <a:xfrm flipH="1">
              <a:off x="2437620" y="0"/>
              <a:ext cx="2439894" cy="13716000"/>
            </a:xfrm>
            <a:prstGeom prst="rect">
              <a:avLst/>
            </a:prstGeom>
            <a:solidFill>
              <a:srgbClr val="F7CBA6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  <p:sp>
          <p:nvSpPr>
            <p:cNvPr id="111" name="Rectangle"/>
            <p:cNvSpPr/>
            <p:nvPr/>
          </p:nvSpPr>
          <p:spPr>
            <a:xfrm flipH="1">
              <a:off x="0" y="0"/>
              <a:ext cx="2439893" cy="13716000"/>
            </a:xfrm>
            <a:prstGeom prst="rect">
              <a:avLst/>
            </a:prstGeom>
            <a:solidFill>
              <a:srgbClr val="FBE5D3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</p:grpSp>
      <p:sp>
        <p:nvSpPr>
          <p:cNvPr id="113" name="Thick vertical stripes in shades of orange"/>
          <p:cNvSpPr/>
          <p:nvPr>
            <p:ph type="pic" idx="21"/>
          </p:nvPr>
        </p:nvSpPr>
        <p:spPr>
          <a:xfrm>
            <a:off x="12192000" y="-2382"/>
            <a:ext cx="12192000" cy="1372097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14" name="Body Level One…"/>
          <p:cNvSpPr txBox="1"/>
          <p:nvPr>
            <p:ph type="body" sz="quarter" idx="1" hasCustomPrompt="1"/>
          </p:nvPr>
        </p:nvSpPr>
        <p:spPr>
          <a:xfrm>
            <a:off x="863600" y="4824173"/>
            <a:ext cx="7971170" cy="6983594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spc="0" sz="3600"/>
            </a:lvl1pPr>
            <a:lvl2pPr>
              <a:lnSpc>
                <a:spcPct val="100000"/>
              </a:lnSpc>
              <a:defRPr spc="0" sz="3600"/>
            </a:lvl2pPr>
            <a:lvl3pPr>
              <a:lnSpc>
                <a:spcPct val="100000"/>
              </a:lnSpc>
              <a:defRPr spc="0" sz="3600"/>
            </a:lvl3pPr>
            <a:lvl4pPr>
              <a:lnSpc>
                <a:spcPct val="100000"/>
              </a:lnSpc>
              <a:defRPr spc="0" sz="3600"/>
            </a:lvl4pPr>
            <a:lvl5pPr>
              <a:lnSpc>
                <a:spcPct val="100000"/>
              </a:lnSpc>
              <a:defRPr spc="0" sz="3600"/>
            </a:lvl5pPr>
          </a:lstStyle>
          <a:p>
            <a:pPr/>
            <a:r>
              <a:t>Body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5" name="Slide Subtitle"/>
          <p:cNvSpPr txBox="1"/>
          <p:nvPr>
            <p:ph type="body" sz="quarter" idx="22" hasCustomPrompt="1"/>
          </p:nvPr>
        </p:nvSpPr>
        <p:spPr>
          <a:xfrm>
            <a:off x="863600" y="1701800"/>
            <a:ext cx="10290839" cy="12954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pc="0" sz="7000"/>
            </a:lvl1pPr>
          </a:lstStyle>
          <a:p>
            <a:pPr/>
            <a:r>
              <a:t>Slide Subtitle</a:t>
            </a:r>
          </a:p>
        </p:txBody>
      </p:sp>
      <p:sp>
        <p:nvSpPr>
          <p:cNvPr id="116" name="Presentation Title"/>
          <p:cNvSpPr txBox="1"/>
          <p:nvPr>
            <p:ph type="body" sz="quarter" idx="23" hasCustomPrompt="1"/>
          </p:nvPr>
        </p:nvSpPr>
        <p:spPr>
          <a:xfrm>
            <a:off x="901568" y="12535713"/>
            <a:ext cx="7912101" cy="3937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pc="0" sz="2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117" name="Slide Title"/>
          <p:cNvSpPr txBox="1"/>
          <p:nvPr>
            <p:ph type="title" hasCustomPrompt="1"/>
          </p:nvPr>
        </p:nvSpPr>
        <p:spPr>
          <a:xfrm>
            <a:off x="863468" y="643119"/>
            <a:ext cx="10291102" cy="129632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pc="0" sz="7000"/>
            </a:lvl1pPr>
          </a:lstStyle>
          <a:p>
            <a:pPr/>
            <a:r>
              <a:t>Slide Title</a:t>
            </a:r>
          </a:p>
        </p:txBody>
      </p:sp>
      <p:sp>
        <p:nvSpPr>
          <p:cNvPr id="118" name="Slide Number"/>
          <p:cNvSpPr txBox="1"/>
          <p:nvPr>
            <p:ph type="sldNum" sz="quarter" idx="2"/>
          </p:nvPr>
        </p:nvSpPr>
        <p:spPr>
          <a:xfrm>
            <a:off x="23145802" y="12542191"/>
            <a:ext cx="419151" cy="3937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ext &amp; Imag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roup"/>
          <p:cNvGrpSpPr/>
          <p:nvPr/>
        </p:nvGrpSpPr>
        <p:grpSpPr>
          <a:xfrm flipH="1" rot="16200000">
            <a:off x="11428357" y="760356"/>
            <a:ext cx="13715865" cy="12195424"/>
            <a:chOff x="0" y="0"/>
            <a:chExt cx="13715863" cy="12195422"/>
          </a:xfrm>
        </p:grpSpPr>
        <p:sp>
          <p:nvSpPr>
            <p:cNvPr id="125" name="Rectangle"/>
            <p:cNvSpPr/>
            <p:nvPr/>
          </p:nvSpPr>
          <p:spPr>
            <a:xfrm flipH="1">
              <a:off x="10970646" y="0"/>
              <a:ext cx="2745218" cy="12195423"/>
            </a:xfrm>
            <a:prstGeom prst="rect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  <p:sp>
          <p:nvSpPr>
            <p:cNvPr id="126" name="Rectangle"/>
            <p:cNvSpPr/>
            <p:nvPr/>
          </p:nvSpPr>
          <p:spPr>
            <a:xfrm flipH="1">
              <a:off x="8227984" y="0"/>
              <a:ext cx="2745218" cy="12195423"/>
            </a:xfrm>
            <a:prstGeom prst="rect">
              <a:avLst/>
            </a:prstGeom>
            <a:solidFill>
              <a:srgbClr val="E06B59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  <p:sp>
          <p:nvSpPr>
            <p:cNvPr id="127" name="Rectangle"/>
            <p:cNvSpPr/>
            <p:nvPr/>
          </p:nvSpPr>
          <p:spPr>
            <a:xfrm flipH="1">
              <a:off x="5485322" y="0"/>
              <a:ext cx="2745218" cy="12195423"/>
            </a:xfrm>
            <a:prstGeom prst="rect">
              <a:avLst/>
            </a:prstGeom>
            <a:solidFill>
              <a:srgbClr val="E68E8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  <p:sp>
          <p:nvSpPr>
            <p:cNvPr id="128" name="Rectangle"/>
            <p:cNvSpPr/>
            <p:nvPr/>
          </p:nvSpPr>
          <p:spPr>
            <a:xfrm flipH="1">
              <a:off x="2742659" y="0"/>
              <a:ext cx="2745219" cy="12195423"/>
            </a:xfrm>
            <a:prstGeom prst="rect">
              <a:avLst/>
            </a:prstGeom>
            <a:solidFill>
              <a:srgbClr val="EDB4AB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  <p:sp>
          <p:nvSpPr>
            <p:cNvPr id="129" name="Rectangle"/>
            <p:cNvSpPr/>
            <p:nvPr/>
          </p:nvSpPr>
          <p:spPr>
            <a:xfrm flipH="1">
              <a:off x="-1" y="0"/>
              <a:ext cx="2745218" cy="12195423"/>
            </a:xfrm>
            <a:prstGeom prst="rect">
              <a:avLst/>
            </a:prstGeom>
            <a:solidFill>
              <a:srgbClr val="F5D9D5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</p:grpSp>
      <p:grpSp>
        <p:nvGrpSpPr>
          <p:cNvPr id="134" name="Group"/>
          <p:cNvGrpSpPr/>
          <p:nvPr/>
        </p:nvGrpSpPr>
        <p:grpSpPr>
          <a:xfrm flipH="1" rot="5400000">
            <a:off x="-752822" y="755056"/>
            <a:ext cx="13713766" cy="12208123"/>
            <a:chOff x="0" y="0"/>
            <a:chExt cx="13713764" cy="12208122"/>
          </a:xfrm>
        </p:grpSpPr>
        <p:sp>
          <p:nvSpPr>
            <p:cNvPr id="131" name="Rectangle"/>
            <p:cNvSpPr/>
            <p:nvPr/>
          </p:nvSpPr>
          <p:spPr>
            <a:xfrm flipH="1">
              <a:off x="5480247" y="0"/>
              <a:ext cx="8233518" cy="12208123"/>
            </a:xfrm>
            <a:prstGeom prst="rect">
              <a:avLst/>
            </a:prstGeom>
            <a:solidFill>
              <a:srgbClr val="E68E8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  <p:sp>
          <p:nvSpPr>
            <p:cNvPr id="132" name="Rectangle"/>
            <p:cNvSpPr/>
            <p:nvPr/>
          </p:nvSpPr>
          <p:spPr>
            <a:xfrm flipH="1">
              <a:off x="2740122" y="0"/>
              <a:ext cx="2742678" cy="12208123"/>
            </a:xfrm>
            <a:prstGeom prst="rect">
              <a:avLst/>
            </a:prstGeom>
            <a:solidFill>
              <a:srgbClr val="EDB4AB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  <p:sp>
          <p:nvSpPr>
            <p:cNvPr id="133" name="Rectangle"/>
            <p:cNvSpPr/>
            <p:nvPr/>
          </p:nvSpPr>
          <p:spPr>
            <a:xfrm flipH="1">
              <a:off x="-1" y="0"/>
              <a:ext cx="2742678" cy="12208123"/>
            </a:xfrm>
            <a:prstGeom prst="rect">
              <a:avLst/>
            </a:prstGeom>
            <a:solidFill>
              <a:srgbClr val="F5D9D5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</p:grpSp>
      <p:sp>
        <p:nvSpPr>
          <p:cNvPr id="135" name="Thick vertical stripes in shades of red"/>
          <p:cNvSpPr/>
          <p:nvPr>
            <p:ph type="pic" idx="21"/>
          </p:nvPr>
        </p:nvSpPr>
        <p:spPr>
          <a:xfrm>
            <a:off x="12192000" y="-2560"/>
            <a:ext cx="12192000" cy="1372111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876168" y="755940"/>
            <a:ext cx="7018875" cy="11135259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spc="0" sz="3600"/>
            </a:lvl1pPr>
            <a:lvl2pPr>
              <a:lnSpc>
                <a:spcPct val="100000"/>
              </a:lnSpc>
              <a:defRPr spc="0" sz="3600"/>
            </a:lvl2pPr>
            <a:lvl3pPr>
              <a:lnSpc>
                <a:spcPct val="100000"/>
              </a:lnSpc>
              <a:defRPr spc="0" sz="3600"/>
            </a:lvl3pPr>
            <a:lvl4pPr>
              <a:lnSpc>
                <a:spcPct val="100000"/>
              </a:lnSpc>
              <a:defRPr spc="0" sz="3600"/>
            </a:lvl4pPr>
            <a:lvl5pPr>
              <a:lnSpc>
                <a:spcPct val="100000"/>
              </a:lnSpc>
              <a:defRPr spc="0" sz="3600"/>
            </a:lvl5pPr>
          </a:lstStyle>
          <a:p>
            <a:pPr/>
            <a:r>
              <a:t>Body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Presentation Title"/>
          <p:cNvSpPr txBox="1"/>
          <p:nvPr>
            <p:ph type="body" sz="quarter" idx="22" hasCustomPrompt="1"/>
          </p:nvPr>
        </p:nvSpPr>
        <p:spPr>
          <a:xfrm>
            <a:off x="901568" y="12535713"/>
            <a:ext cx="6972301" cy="3937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pc="0" sz="2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138" name="Slide Number"/>
          <p:cNvSpPr txBox="1"/>
          <p:nvPr>
            <p:ph type="sldNum" sz="quarter" idx="2"/>
          </p:nvPr>
        </p:nvSpPr>
        <p:spPr>
          <a:xfrm>
            <a:off x="23145802" y="12542191"/>
            <a:ext cx="419151" cy="3937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ext &amp; Multi-Image">
    <p:bg>
      <p:bgPr>
        <a:solidFill>
          <a:schemeClr val="accent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Body Level One…"/>
          <p:cNvSpPr txBox="1"/>
          <p:nvPr>
            <p:ph type="body" sz="half" idx="1" hasCustomPrompt="1"/>
          </p:nvPr>
        </p:nvSpPr>
        <p:spPr>
          <a:xfrm>
            <a:off x="825368" y="628940"/>
            <a:ext cx="8813256" cy="11123312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spc="0" sz="7000"/>
            </a:lvl1pPr>
            <a:lvl2pPr>
              <a:lnSpc>
                <a:spcPct val="100000"/>
              </a:lnSpc>
              <a:defRPr spc="0" sz="7000"/>
            </a:lvl2pPr>
            <a:lvl3pPr>
              <a:lnSpc>
                <a:spcPct val="100000"/>
              </a:lnSpc>
              <a:defRPr spc="0" sz="7000"/>
            </a:lvl3pPr>
            <a:lvl4pPr>
              <a:lnSpc>
                <a:spcPct val="100000"/>
              </a:lnSpc>
              <a:defRPr spc="0" sz="7000"/>
            </a:lvl4pPr>
            <a:lvl5pPr>
              <a:lnSpc>
                <a:spcPct val="100000"/>
              </a:lnSpc>
              <a:defRPr spc="0" sz="7000"/>
            </a:lvl5pPr>
          </a:lstStyle>
          <a:p>
            <a:pPr/>
            <a:r>
              <a:t>Body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grpSp>
        <p:nvGrpSpPr>
          <p:cNvPr id="151" name="Group"/>
          <p:cNvGrpSpPr/>
          <p:nvPr/>
        </p:nvGrpSpPr>
        <p:grpSpPr>
          <a:xfrm>
            <a:off x="17394006" y="-3142"/>
            <a:ext cx="6989993" cy="6872260"/>
            <a:chOff x="0" y="0"/>
            <a:chExt cx="6989992" cy="6872258"/>
          </a:xfrm>
        </p:grpSpPr>
        <p:sp>
          <p:nvSpPr>
            <p:cNvPr id="146" name="Rectangle"/>
            <p:cNvSpPr/>
            <p:nvPr/>
          </p:nvSpPr>
          <p:spPr>
            <a:xfrm flipH="1">
              <a:off x="5590951" y="0"/>
              <a:ext cx="1399042" cy="6872259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  <p:sp>
          <p:nvSpPr>
            <p:cNvPr id="147" name="Rectangle"/>
            <p:cNvSpPr/>
            <p:nvPr/>
          </p:nvSpPr>
          <p:spPr>
            <a:xfrm flipH="1">
              <a:off x="4193213" y="0"/>
              <a:ext cx="1399042" cy="6872259"/>
            </a:xfrm>
            <a:prstGeom prst="rect">
              <a:avLst/>
            </a:prstGeom>
            <a:solidFill>
              <a:srgbClr val="F09854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  <p:sp>
          <p:nvSpPr>
            <p:cNvPr id="148" name="Rectangle"/>
            <p:cNvSpPr/>
            <p:nvPr/>
          </p:nvSpPr>
          <p:spPr>
            <a:xfrm flipH="1">
              <a:off x="2795475" y="0"/>
              <a:ext cx="1399041" cy="6872259"/>
            </a:xfrm>
            <a:prstGeom prst="rect">
              <a:avLst/>
            </a:prstGeom>
            <a:solidFill>
              <a:srgbClr val="F3B17B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  <p:sp>
          <p:nvSpPr>
            <p:cNvPr id="149" name="Rectangle"/>
            <p:cNvSpPr/>
            <p:nvPr/>
          </p:nvSpPr>
          <p:spPr>
            <a:xfrm flipH="1">
              <a:off x="1397737" y="0"/>
              <a:ext cx="1399041" cy="6872259"/>
            </a:xfrm>
            <a:prstGeom prst="rect">
              <a:avLst/>
            </a:prstGeom>
            <a:solidFill>
              <a:srgbClr val="F7CBA6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  <p:sp>
          <p:nvSpPr>
            <p:cNvPr id="150" name="Rectangle"/>
            <p:cNvSpPr/>
            <p:nvPr/>
          </p:nvSpPr>
          <p:spPr>
            <a:xfrm flipH="1">
              <a:off x="-1" y="0"/>
              <a:ext cx="1399042" cy="6872259"/>
            </a:xfrm>
            <a:prstGeom prst="rect">
              <a:avLst/>
            </a:prstGeom>
            <a:solidFill>
              <a:srgbClr val="FBE5D3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</p:grpSp>
      <p:grpSp>
        <p:nvGrpSpPr>
          <p:cNvPr id="157" name="Group"/>
          <p:cNvGrpSpPr/>
          <p:nvPr/>
        </p:nvGrpSpPr>
        <p:grpSpPr>
          <a:xfrm>
            <a:off x="10407618" y="-3142"/>
            <a:ext cx="6989994" cy="6872260"/>
            <a:chOff x="0" y="0"/>
            <a:chExt cx="6989992" cy="6872258"/>
          </a:xfrm>
        </p:grpSpPr>
        <p:sp>
          <p:nvSpPr>
            <p:cNvPr id="152" name="Rectangle"/>
            <p:cNvSpPr/>
            <p:nvPr/>
          </p:nvSpPr>
          <p:spPr>
            <a:xfrm flipH="1">
              <a:off x="5590952" y="0"/>
              <a:ext cx="1399041" cy="6872259"/>
            </a:xfrm>
            <a:prstGeom prst="rect">
              <a:avLst/>
            </a:pr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  <p:sp>
          <p:nvSpPr>
            <p:cNvPr id="153" name="Rectangle"/>
            <p:cNvSpPr/>
            <p:nvPr/>
          </p:nvSpPr>
          <p:spPr>
            <a:xfrm flipH="1">
              <a:off x="4193214" y="0"/>
              <a:ext cx="1399041" cy="6872259"/>
            </a:xfrm>
            <a:prstGeom prst="rect">
              <a:avLst/>
            </a:prstGeom>
            <a:solidFill>
              <a:srgbClr val="8BC1F6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  <p:sp>
          <p:nvSpPr>
            <p:cNvPr id="154" name="Rectangle"/>
            <p:cNvSpPr/>
            <p:nvPr/>
          </p:nvSpPr>
          <p:spPr>
            <a:xfrm flipH="1">
              <a:off x="2795475" y="0"/>
              <a:ext cx="1399042" cy="6872259"/>
            </a:xfrm>
            <a:prstGeom prst="rect">
              <a:avLst/>
            </a:prstGeom>
            <a:solidFill>
              <a:srgbClr val="A7D0F8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  <p:sp>
          <p:nvSpPr>
            <p:cNvPr id="155" name="Rectangle"/>
            <p:cNvSpPr/>
            <p:nvPr/>
          </p:nvSpPr>
          <p:spPr>
            <a:xfrm flipH="1">
              <a:off x="1397737" y="0"/>
              <a:ext cx="1399041" cy="6872259"/>
            </a:xfrm>
            <a:prstGeom prst="rect">
              <a:avLst/>
            </a:prstGeom>
            <a:solidFill>
              <a:srgbClr val="C4E0FA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  <p:sp>
          <p:nvSpPr>
            <p:cNvPr id="156" name="Rectangle"/>
            <p:cNvSpPr/>
            <p:nvPr/>
          </p:nvSpPr>
          <p:spPr>
            <a:xfrm flipH="1">
              <a:off x="-1" y="0"/>
              <a:ext cx="1399042" cy="6872259"/>
            </a:xfrm>
            <a:prstGeom prst="rect">
              <a:avLst/>
            </a:prstGeom>
            <a:solidFill>
              <a:srgbClr val="E1EFFD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</p:grpSp>
      <p:grpSp>
        <p:nvGrpSpPr>
          <p:cNvPr id="163" name="Group"/>
          <p:cNvGrpSpPr/>
          <p:nvPr/>
        </p:nvGrpSpPr>
        <p:grpSpPr>
          <a:xfrm flipH="1">
            <a:off x="10407618" y="6849705"/>
            <a:ext cx="6989993" cy="6872259"/>
            <a:chOff x="0" y="0"/>
            <a:chExt cx="6989992" cy="6872258"/>
          </a:xfrm>
        </p:grpSpPr>
        <p:sp>
          <p:nvSpPr>
            <p:cNvPr id="158" name="Rectangle"/>
            <p:cNvSpPr/>
            <p:nvPr/>
          </p:nvSpPr>
          <p:spPr>
            <a:xfrm flipH="1">
              <a:off x="5590951" y="0"/>
              <a:ext cx="1399042" cy="6872259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  <p:sp>
          <p:nvSpPr>
            <p:cNvPr id="159" name="Rectangle"/>
            <p:cNvSpPr/>
            <p:nvPr/>
          </p:nvSpPr>
          <p:spPr>
            <a:xfrm flipH="1">
              <a:off x="4193213" y="0"/>
              <a:ext cx="1399042" cy="6872259"/>
            </a:xfrm>
            <a:prstGeom prst="rect">
              <a:avLst/>
            </a:prstGeom>
            <a:solidFill>
              <a:srgbClr val="F7CE58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  <p:sp>
          <p:nvSpPr>
            <p:cNvPr id="160" name="Rectangle"/>
            <p:cNvSpPr/>
            <p:nvPr/>
          </p:nvSpPr>
          <p:spPr>
            <a:xfrm flipH="1">
              <a:off x="2795475" y="0"/>
              <a:ext cx="1399041" cy="6872259"/>
            </a:xfrm>
            <a:prstGeom prst="rect">
              <a:avLst/>
            </a:prstGeom>
            <a:solidFill>
              <a:srgbClr val="F9DA7B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  <p:sp>
          <p:nvSpPr>
            <p:cNvPr id="161" name="Rectangle"/>
            <p:cNvSpPr/>
            <p:nvPr/>
          </p:nvSpPr>
          <p:spPr>
            <a:xfrm flipH="1">
              <a:off x="1397737" y="0"/>
              <a:ext cx="1399041" cy="6872259"/>
            </a:xfrm>
            <a:prstGeom prst="rect">
              <a:avLst/>
            </a:prstGeom>
            <a:solidFill>
              <a:srgbClr val="FBE6A5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  <p:sp>
          <p:nvSpPr>
            <p:cNvPr id="162" name="Rectangle"/>
            <p:cNvSpPr/>
            <p:nvPr/>
          </p:nvSpPr>
          <p:spPr>
            <a:xfrm flipH="1">
              <a:off x="-1" y="0"/>
              <a:ext cx="1399042" cy="6872259"/>
            </a:xfrm>
            <a:prstGeom prst="rect">
              <a:avLst/>
            </a:prstGeom>
            <a:solidFill>
              <a:srgbClr val="FDF2D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</p:grpSp>
      <p:grpSp>
        <p:nvGrpSpPr>
          <p:cNvPr id="169" name="Group"/>
          <p:cNvGrpSpPr/>
          <p:nvPr/>
        </p:nvGrpSpPr>
        <p:grpSpPr>
          <a:xfrm flipH="1">
            <a:off x="17394007" y="6849705"/>
            <a:ext cx="6989993" cy="6872259"/>
            <a:chOff x="0" y="0"/>
            <a:chExt cx="6989992" cy="6872258"/>
          </a:xfrm>
        </p:grpSpPr>
        <p:sp>
          <p:nvSpPr>
            <p:cNvPr id="164" name="Rectangle"/>
            <p:cNvSpPr/>
            <p:nvPr/>
          </p:nvSpPr>
          <p:spPr>
            <a:xfrm flipH="1">
              <a:off x="5590952" y="0"/>
              <a:ext cx="1399041" cy="6872259"/>
            </a:xfrm>
            <a:prstGeom prst="rect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  <p:sp>
          <p:nvSpPr>
            <p:cNvPr id="165" name="Rectangle"/>
            <p:cNvSpPr/>
            <p:nvPr/>
          </p:nvSpPr>
          <p:spPr>
            <a:xfrm flipH="1">
              <a:off x="4193214" y="0"/>
              <a:ext cx="1399041" cy="6872259"/>
            </a:xfrm>
            <a:prstGeom prst="rect">
              <a:avLst/>
            </a:prstGeom>
            <a:solidFill>
              <a:srgbClr val="E06B59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  <p:sp>
          <p:nvSpPr>
            <p:cNvPr id="166" name="Rectangle"/>
            <p:cNvSpPr/>
            <p:nvPr/>
          </p:nvSpPr>
          <p:spPr>
            <a:xfrm flipH="1">
              <a:off x="2795475" y="0"/>
              <a:ext cx="1399042" cy="6872259"/>
            </a:xfrm>
            <a:prstGeom prst="rect">
              <a:avLst/>
            </a:prstGeom>
            <a:solidFill>
              <a:srgbClr val="E68E8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  <p:sp>
          <p:nvSpPr>
            <p:cNvPr id="167" name="Rectangle"/>
            <p:cNvSpPr/>
            <p:nvPr/>
          </p:nvSpPr>
          <p:spPr>
            <a:xfrm flipH="1">
              <a:off x="1397737" y="0"/>
              <a:ext cx="1399041" cy="6872259"/>
            </a:xfrm>
            <a:prstGeom prst="rect">
              <a:avLst/>
            </a:prstGeom>
            <a:solidFill>
              <a:srgbClr val="EDB4AB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  <p:sp>
          <p:nvSpPr>
            <p:cNvPr id="168" name="Rectangle"/>
            <p:cNvSpPr/>
            <p:nvPr/>
          </p:nvSpPr>
          <p:spPr>
            <a:xfrm flipH="1">
              <a:off x="-1" y="0"/>
              <a:ext cx="1399042" cy="6872259"/>
            </a:xfrm>
            <a:prstGeom prst="rect">
              <a:avLst/>
            </a:prstGeom>
            <a:solidFill>
              <a:srgbClr val="F5D9D5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</p:grpSp>
      <p:sp>
        <p:nvSpPr>
          <p:cNvPr id="170" name="Thick vertical stripes in shades of yellow"/>
          <p:cNvSpPr/>
          <p:nvPr>
            <p:ph type="pic" sz="quarter" idx="21"/>
          </p:nvPr>
        </p:nvSpPr>
        <p:spPr>
          <a:xfrm>
            <a:off x="10426700" y="6849308"/>
            <a:ext cx="6985000" cy="685885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71" name="Thick vertical stripes in shades of blue"/>
          <p:cNvSpPr/>
          <p:nvPr>
            <p:ph type="pic" sz="quarter" idx="22"/>
          </p:nvPr>
        </p:nvSpPr>
        <p:spPr>
          <a:xfrm>
            <a:off x="10426700" y="10720"/>
            <a:ext cx="6985000" cy="685885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72" name="Thick vertical stripes in shades of red"/>
          <p:cNvSpPr/>
          <p:nvPr>
            <p:ph type="pic" sz="quarter" idx="23"/>
          </p:nvPr>
        </p:nvSpPr>
        <p:spPr>
          <a:xfrm>
            <a:off x="17399000" y="6849308"/>
            <a:ext cx="6985000" cy="685885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73" name="Thick vertical stripes in shades of orange"/>
          <p:cNvSpPr/>
          <p:nvPr>
            <p:ph type="pic" sz="quarter" idx="24"/>
          </p:nvPr>
        </p:nvSpPr>
        <p:spPr>
          <a:xfrm>
            <a:off x="17399000" y="10720"/>
            <a:ext cx="6985000" cy="685885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74" name="Presentation Title"/>
          <p:cNvSpPr txBox="1"/>
          <p:nvPr>
            <p:ph type="body" sz="quarter" idx="25" hasCustomPrompt="1"/>
          </p:nvPr>
        </p:nvSpPr>
        <p:spPr>
          <a:xfrm>
            <a:off x="901568" y="12535713"/>
            <a:ext cx="8660856" cy="3937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pc="0" sz="2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175" name="Slide Number"/>
          <p:cNvSpPr txBox="1"/>
          <p:nvPr>
            <p:ph type="sldNum" sz="quarter" idx="2"/>
          </p:nvPr>
        </p:nvSpPr>
        <p:spPr>
          <a:xfrm>
            <a:off x="23145802" y="12542191"/>
            <a:ext cx="419151" cy="3937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tatement">
    <p:bg>
      <p:bgPr>
        <a:solidFill>
          <a:srgbClr val="EDF9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roup"/>
          <p:cNvGrpSpPr/>
          <p:nvPr/>
        </p:nvGrpSpPr>
        <p:grpSpPr>
          <a:xfrm>
            <a:off x="-20355828" y="-13546130"/>
            <a:ext cx="40808261" cy="40808260"/>
            <a:chOff x="-1" y="-1"/>
            <a:chExt cx="40808259" cy="40808259"/>
          </a:xfrm>
        </p:grpSpPr>
        <p:sp>
          <p:nvSpPr>
            <p:cNvPr id="182" name="Circle"/>
            <p:cNvSpPr/>
            <p:nvPr/>
          </p:nvSpPr>
          <p:spPr>
            <a:xfrm flipH="1" rot="10800000">
              <a:off x="0" y="0"/>
              <a:ext cx="40808257" cy="40808257"/>
            </a:xfrm>
            <a:prstGeom prst="ellipse">
              <a:avLst/>
            </a:prstGeom>
            <a:solidFill>
              <a:srgbClr val="DBF2A3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  <p:sp>
          <p:nvSpPr>
            <p:cNvPr id="183" name="Circle"/>
            <p:cNvSpPr/>
            <p:nvPr/>
          </p:nvSpPr>
          <p:spPr>
            <a:xfrm flipH="1" rot="10800000">
              <a:off x="4989900" y="4989900"/>
              <a:ext cx="30828457" cy="30828457"/>
            </a:xfrm>
            <a:prstGeom prst="ellipse">
              <a:avLst/>
            </a:prstGeom>
            <a:solidFill>
              <a:srgbClr val="C8ED79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  <p:sp>
          <p:nvSpPr>
            <p:cNvPr id="184" name="Circle"/>
            <p:cNvSpPr/>
            <p:nvPr/>
          </p:nvSpPr>
          <p:spPr>
            <a:xfrm flipH="1" rot="10800000">
              <a:off x="9929803" y="9929803"/>
              <a:ext cx="20948651" cy="20948651"/>
            </a:xfrm>
            <a:prstGeom prst="ellipse">
              <a:avLst/>
            </a:prstGeom>
            <a:solidFill>
              <a:srgbClr val="B7E657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  <p:sp>
          <p:nvSpPr>
            <p:cNvPr id="185" name="Circle"/>
            <p:cNvSpPr/>
            <p:nvPr/>
          </p:nvSpPr>
          <p:spPr>
            <a:xfrm flipH="1" rot="10800000">
              <a:off x="14926891" y="14926890"/>
              <a:ext cx="10954475" cy="10954475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</p:grpSp>
      <p:sp>
        <p:nvSpPr>
          <p:cNvPr id="187" name="Presentation Title"/>
          <p:cNvSpPr txBox="1"/>
          <p:nvPr>
            <p:ph type="body" sz="quarter" idx="21" hasCustomPrompt="1"/>
          </p:nvPr>
        </p:nvSpPr>
        <p:spPr>
          <a:xfrm>
            <a:off x="901568" y="12535713"/>
            <a:ext cx="11290432" cy="3937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pc="0" sz="2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188" name="Statement"/>
          <p:cNvSpPr txBox="1"/>
          <p:nvPr>
            <p:ph type="title" hasCustomPrompt="1"/>
          </p:nvPr>
        </p:nvSpPr>
        <p:spPr>
          <a:xfrm>
            <a:off x="685669" y="38100"/>
            <a:ext cx="23012663" cy="11554800"/>
          </a:xfrm>
          <a:prstGeom prst="rect">
            <a:avLst/>
          </a:prstGeom>
        </p:spPr>
        <p:txBody>
          <a:bodyPr anchor="t"/>
          <a:lstStyle>
            <a:lvl1pPr>
              <a:defRPr spc="-400" sz="2000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r>
              <a:t>Statement</a:t>
            </a:r>
          </a:p>
        </p:txBody>
      </p:sp>
      <p:sp>
        <p:nvSpPr>
          <p:cNvPr id="189" name="Slide Number"/>
          <p:cNvSpPr txBox="1"/>
          <p:nvPr>
            <p:ph type="sldNum" sz="quarter" idx="2"/>
          </p:nvPr>
        </p:nvSpPr>
        <p:spPr>
          <a:xfrm>
            <a:off x="23145802" y="12542191"/>
            <a:ext cx="419151" cy="3937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Quot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Attribution"/>
          <p:cNvSpPr txBox="1"/>
          <p:nvPr>
            <p:ph type="title" hasCustomPrompt="1"/>
          </p:nvPr>
        </p:nvSpPr>
        <p:spPr>
          <a:xfrm>
            <a:off x="901700" y="10881624"/>
            <a:ext cx="17399000" cy="584201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spc="0" sz="3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Attribution</a:t>
            </a:r>
          </a:p>
        </p:txBody>
      </p:sp>
      <p:sp>
        <p:nvSpPr>
          <p:cNvPr id="197" name="Presentation Title"/>
          <p:cNvSpPr txBox="1"/>
          <p:nvPr>
            <p:ph type="body" sz="quarter" idx="21" hasCustomPrompt="1"/>
          </p:nvPr>
        </p:nvSpPr>
        <p:spPr>
          <a:xfrm>
            <a:off x="901568" y="12535713"/>
            <a:ext cx="17399001" cy="3937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pc="0" sz="2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198" name="Body Level One…"/>
          <p:cNvSpPr txBox="1"/>
          <p:nvPr>
            <p:ph type="body" idx="1" hasCustomPrompt="1"/>
          </p:nvPr>
        </p:nvSpPr>
        <p:spPr>
          <a:xfrm>
            <a:off x="254000" y="482600"/>
            <a:ext cx="18818653" cy="9536159"/>
          </a:xfrm>
          <a:prstGeom prst="rect">
            <a:avLst/>
          </a:prstGeom>
        </p:spPr>
        <p:txBody>
          <a:bodyPr anchor="t"/>
          <a:lstStyle>
            <a:lvl1pPr marL="622431" indent="-508000">
              <a:defRPr spc="-110" sz="11000"/>
            </a:lvl1pPr>
            <a:lvl2pPr marL="622431" indent="-50800">
              <a:defRPr spc="-110" sz="11000"/>
            </a:lvl2pPr>
            <a:lvl3pPr marL="622431" indent="406400">
              <a:defRPr spc="-110" sz="11000"/>
            </a:lvl3pPr>
            <a:lvl4pPr marL="622431" indent="863600">
              <a:defRPr spc="-110" sz="11000"/>
            </a:lvl4pPr>
            <a:lvl5pPr marL="622431" indent="1320799">
              <a:defRPr spc="-110" sz="11000"/>
            </a:lvl5pPr>
          </a:lstStyle>
          <a:p>
            <a:pPr/>
            <a:r>
              <a:t>“Quote”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99" name="Slide Number"/>
          <p:cNvSpPr txBox="1"/>
          <p:nvPr>
            <p:ph type="sldNum" sz="quarter" idx="2"/>
          </p:nvPr>
        </p:nvSpPr>
        <p:spPr>
          <a:xfrm>
            <a:off x="23145802" y="12542191"/>
            <a:ext cx="419151" cy="3937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Quote &amp; Image"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Attribution"/>
          <p:cNvSpPr txBox="1"/>
          <p:nvPr>
            <p:ph type="title" hasCustomPrompt="1"/>
          </p:nvPr>
        </p:nvSpPr>
        <p:spPr>
          <a:xfrm>
            <a:off x="901700" y="10881624"/>
            <a:ext cx="9779000" cy="584201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spc="0" sz="3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Attribution</a:t>
            </a:r>
          </a:p>
        </p:txBody>
      </p:sp>
      <p:sp>
        <p:nvSpPr>
          <p:cNvPr id="207" name="Presentation Title"/>
          <p:cNvSpPr txBox="1"/>
          <p:nvPr>
            <p:ph type="body" sz="quarter" idx="21" hasCustomPrompt="1"/>
          </p:nvPr>
        </p:nvSpPr>
        <p:spPr>
          <a:xfrm>
            <a:off x="901568" y="12535713"/>
            <a:ext cx="9779001" cy="3937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pc="0" sz="2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208" name="Body Level One…"/>
          <p:cNvSpPr txBox="1"/>
          <p:nvPr>
            <p:ph type="body" sz="half" idx="1" hasCustomPrompt="1"/>
          </p:nvPr>
        </p:nvSpPr>
        <p:spPr>
          <a:xfrm>
            <a:off x="258102" y="476539"/>
            <a:ext cx="11059715" cy="10369541"/>
          </a:xfrm>
          <a:prstGeom prst="rect">
            <a:avLst/>
          </a:prstGeom>
        </p:spPr>
        <p:txBody>
          <a:bodyPr anchor="t"/>
          <a:lstStyle>
            <a:lvl1pPr marL="622431" indent="-508000">
              <a:defRPr spc="-110" sz="11000"/>
            </a:lvl1pPr>
            <a:lvl2pPr marL="622431" indent="-50800">
              <a:defRPr spc="-110" sz="11000"/>
            </a:lvl2pPr>
            <a:lvl3pPr marL="622431" indent="406400">
              <a:defRPr spc="-110" sz="11000"/>
            </a:lvl3pPr>
            <a:lvl4pPr marL="622431" indent="863600">
              <a:defRPr spc="-110" sz="11000"/>
            </a:lvl4pPr>
            <a:lvl5pPr marL="622431" indent="1320799">
              <a:defRPr spc="-110" sz="11000"/>
            </a:lvl5pPr>
          </a:lstStyle>
          <a:p>
            <a:pPr/>
            <a:r>
              <a:t>“Quote”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grpSp>
        <p:nvGrpSpPr>
          <p:cNvPr id="214" name="Group"/>
          <p:cNvGrpSpPr/>
          <p:nvPr/>
        </p:nvGrpSpPr>
        <p:grpSpPr>
          <a:xfrm flipH="1" rot="10800000">
            <a:off x="12191999" y="-2"/>
            <a:ext cx="12192001" cy="13716001"/>
            <a:chOff x="0" y="0"/>
            <a:chExt cx="12191999" cy="13716000"/>
          </a:xfrm>
        </p:grpSpPr>
        <p:sp>
          <p:nvSpPr>
            <p:cNvPr id="209" name="Rectangle"/>
            <p:cNvSpPr/>
            <p:nvPr/>
          </p:nvSpPr>
          <p:spPr>
            <a:xfrm flipH="1">
              <a:off x="9751782" y="-1"/>
              <a:ext cx="2440218" cy="13716001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  <p:sp>
          <p:nvSpPr>
            <p:cNvPr id="210" name="Rectangle"/>
            <p:cNvSpPr/>
            <p:nvPr/>
          </p:nvSpPr>
          <p:spPr>
            <a:xfrm flipH="1">
              <a:off x="7313836" y="-1"/>
              <a:ext cx="2440218" cy="13716001"/>
            </a:xfrm>
            <a:prstGeom prst="rect">
              <a:avLst/>
            </a:prstGeom>
            <a:solidFill>
              <a:srgbClr val="F7CE58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  <p:sp>
          <p:nvSpPr>
            <p:cNvPr id="211" name="Rectangle"/>
            <p:cNvSpPr/>
            <p:nvPr/>
          </p:nvSpPr>
          <p:spPr>
            <a:xfrm flipH="1">
              <a:off x="4875890" y="-1"/>
              <a:ext cx="2440218" cy="13716001"/>
            </a:xfrm>
            <a:prstGeom prst="rect">
              <a:avLst/>
            </a:prstGeom>
            <a:solidFill>
              <a:srgbClr val="F9DA7B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  <p:sp>
          <p:nvSpPr>
            <p:cNvPr id="212" name="Rectangle"/>
            <p:cNvSpPr/>
            <p:nvPr/>
          </p:nvSpPr>
          <p:spPr>
            <a:xfrm flipH="1">
              <a:off x="2437944" y="-1"/>
              <a:ext cx="2440218" cy="13716001"/>
            </a:xfrm>
            <a:prstGeom prst="rect">
              <a:avLst/>
            </a:prstGeom>
            <a:solidFill>
              <a:srgbClr val="FBE6A5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  <p:sp>
          <p:nvSpPr>
            <p:cNvPr id="213" name="Rectangle"/>
            <p:cNvSpPr/>
            <p:nvPr/>
          </p:nvSpPr>
          <p:spPr>
            <a:xfrm flipH="1">
              <a:off x="-1" y="-1"/>
              <a:ext cx="2440219" cy="13716001"/>
            </a:xfrm>
            <a:prstGeom prst="rect">
              <a:avLst/>
            </a:prstGeom>
            <a:solidFill>
              <a:srgbClr val="FDF2D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</p:grpSp>
      <p:sp>
        <p:nvSpPr>
          <p:cNvPr id="215" name="Thick vertical stripes in shades of yellow"/>
          <p:cNvSpPr/>
          <p:nvPr>
            <p:ph type="pic" idx="22"/>
          </p:nvPr>
        </p:nvSpPr>
        <p:spPr>
          <a:xfrm>
            <a:off x="12204700" y="0"/>
            <a:ext cx="12331700" cy="1372097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6" name="Slide Number"/>
          <p:cNvSpPr txBox="1"/>
          <p:nvPr>
            <p:ph type="sldNum" sz="quarter" idx="2"/>
          </p:nvPr>
        </p:nvSpPr>
        <p:spPr>
          <a:xfrm>
            <a:off x="23145802" y="12542191"/>
            <a:ext cx="419151" cy="3937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Fac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100%"/>
          <p:cNvSpPr txBox="1"/>
          <p:nvPr>
            <p:ph type="title" hasCustomPrompt="1"/>
          </p:nvPr>
        </p:nvSpPr>
        <p:spPr>
          <a:xfrm>
            <a:off x="701523" y="1582199"/>
            <a:ext cx="16002001" cy="9485427"/>
          </a:xfrm>
          <a:prstGeom prst="rect">
            <a:avLst/>
          </a:prstGeom>
        </p:spPr>
        <p:txBody>
          <a:bodyPr anchor="t"/>
          <a:lstStyle>
            <a:lvl1pPr>
              <a:defRPr spc="-1000" sz="5000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r>
              <a:t>100%</a:t>
            </a:r>
          </a:p>
        </p:txBody>
      </p:sp>
      <p:sp>
        <p:nvSpPr>
          <p:cNvPr id="224" name="Body Level One…"/>
          <p:cNvSpPr txBox="1"/>
          <p:nvPr>
            <p:ph type="body" sz="quarter" idx="1" hasCustomPrompt="1"/>
          </p:nvPr>
        </p:nvSpPr>
        <p:spPr>
          <a:xfrm>
            <a:off x="17316234" y="3774632"/>
            <a:ext cx="5968837" cy="3238501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spc="0" sz="3600"/>
            </a:lvl1pPr>
            <a:lvl2pPr>
              <a:lnSpc>
                <a:spcPct val="100000"/>
              </a:lnSpc>
              <a:defRPr spc="0" sz="3600"/>
            </a:lvl2pPr>
            <a:lvl3pPr>
              <a:lnSpc>
                <a:spcPct val="100000"/>
              </a:lnSpc>
              <a:defRPr spc="0" sz="3600"/>
            </a:lvl3pPr>
            <a:lvl4pPr>
              <a:lnSpc>
                <a:spcPct val="100000"/>
              </a:lnSpc>
              <a:defRPr spc="0" sz="3600"/>
            </a:lvl4pPr>
            <a:lvl5pPr>
              <a:lnSpc>
                <a:spcPct val="100000"/>
              </a:lnSpc>
              <a:defRPr spc="0" sz="3600"/>
            </a:lvl5pPr>
          </a:lstStyle>
          <a:p>
            <a:pPr/>
            <a:r>
              <a:t>Fact information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25" name="Presentation Title"/>
          <p:cNvSpPr txBox="1"/>
          <p:nvPr>
            <p:ph type="body" sz="quarter" idx="21" hasCustomPrompt="1"/>
          </p:nvPr>
        </p:nvSpPr>
        <p:spPr>
          <a:xfrm>
            <a:off x="901568" y="12535713"/>
            <a:ext cx="14403107" cy="3937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pc="0" sz="2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226" name="Slide Number"/>
          <p:cNvSpPr txBox="1"/>
          <p:nvPr>
            <p:ph type="sldNum" sz="quarter" idx="2"/>
          </p:nvPr>
        </p:nvSpPr>
        <p:spPr>
          <a:xfrm>
            <a:off x="23145802" y="12542191"/>
            <a:ext cx="419151" cy="3937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Image - 3 Up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resentation Title"/>
          <p:cNvSpPr txBox="1"/>
          <p:nvPr>
            <p:ph type="body" sz="quarter" idx="21" hasCustomPrompt="1"/>
          </p:nvPr>
        </p:nvSpPr>
        <p:spPr>
          <a:xfrm>
            <a:off x="901568" y="12535713"/>
            <a:ext cx="11290432" cy="3937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pc="0" sz="2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234" name="Caption"/>
          <p:cNvSpPr txBox="1"/>
          <p:nvPr>
            <p:ph type="body" sz="quarter" idx="22" hasCustomPrompt="1"/>
          </p:nvPr>
        </p:nvSpPr>
        <p:spPr>
          <a:xfrm>
            <a:off x="850768" y="9886484"/>
            <a:ext cx="7493882" cy="685801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spc="0" sz="2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Caption</a:t>
            </a:r>
          </a:p>
        </p:txBody>
      </p:sp>
      <p:sp>
        <p:nvSpPr>
          <p:cNvPr id="235" name="Caption"/>
          <p:cNvSpPr txBox="1"/>
          <p:nvPr>
            <p:ph type="body" sz="quarter" idx="23" hasCustomPrompt="1"/>
          </p:nvPr>
        </p:nvSpPr>
        <p:spPr>
          <a:xfrm>
            <a:off x="8469162" y="9886484"/>
            <a:ext cx="7442201" cy="685801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spc="0" sz="2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Caption</a:t>
            </a:r>
          </a:p>
        </p:txBody>
      </p:sp>
      <p:sp>
        <p:nvSpPr>
          <p:cNvPr id="236" name="Caption"/>
          <p:cNvSpPr txBox="1"/>
          <p:nvPr>
            <p:ph type="body" sz="quarter" idx="24" hasCustomPrompt="1"/>
          </p:nvPr>
        </p:nvSpPr>
        <p:spPr>
          <a:xfrm>
            <a:off x="16087557" y="9886484"/>
            <a:ext cx="7416801" cy="685801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spc="0" sz="2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Caption</a:t>
            </a:r>
          </a:p>
        </p:txBody>
      </p:sp>
      <p:sp>
        <p:nvSpPr>
          <p:cNvPr id="237" name="Thick vertical stripes in shades of green"/>
          <p:cNvSpPr/>
          <p:nvPr>
            <p:ph type="pic" sz="half" idx="25"/>
          </p:nvPr>
        </p:nvSpPr>
        <p:spPr>
          <a:xfrm>
            <a:off x="914400" y="909120"/>
            <a:ext cx="9194800" cy="887424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38" name="Thick vertical stripes in shades of green"/>
          <p:cNvSpPr/>
          <p:nvPr>
            <p:ph type="pic" sz="half" idx="26"/>
          </p:nvPr>
        </p:nvSpPr>
        <p:spPr>
          <a:xfrm>
            <a:off x="16103600" y="909120"/>
            <a:ext cx="9194800" cy="887424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39" name="Thick vertical stripes in shades of green"/>
          <p:cNvSpPr/>
          <p:nvPr>
            <p:ph type="pic" sz="half" idx="27"/>
          </p:nvPr>
        </p:nvSpPr>
        <p:spPr>
          <a:xfrm>
            <a:off x="8510785" y="909120"/>
            <a:ext cx="9194801" cy="887424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40" name="Slide Number"/>
          <p:cNvSpPr txBox="1"/>
          <p:nvPr>
            <p:ph type="sldNum" sz="quarter" idx="2"/>
          </p:nvPr>
        </p:nvSpPr>
        <p:spPr>
          <a:xfrm>
            <a:off x="23145802" y="12542191"/>
            <a:ext cx="419151" cy="3937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Image">
    <p:bg>
      <p:bgPr>
        <a:solidFill>
          <a:srgbClr val="E1EF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roup"/>
          <p:cNvGrpSpPr/>
          <p:nvPr/>
        </p:nvGrpSpPr>
        <p:grpSpPr>
          <a:xfrm>
            <a:off x="-20317728" y="-13546130"/>
            <a:ext cx="40808261" cy="40808260"/>
            <a:chOff x="-1" y="-1"/>
            <a:chExt cx="40808259" cy="40808259"/>
          </a:xfrm>
        </p:grpSpPr>
        <p:sp>
          <p:nvSpPr>
            <p:cNvPr id="247" name="Circle"/>
            <p:cNvSpPr/>
            <p:nvPr/>
          </p:nvSpPr>
          <p:spPr>
            <a:xfrm flipH="1" rot="10800000">
              <a:off x="0" y="0"/>
              <a:ext cx="40808257" cy="40808257"/>
            </a:xfrm>
            <a:prstGeom prst="ellipse">
              <a:avLst/>
            </a:prstGeom>
            <a:solidFill>
              <a:srgbClr val="C4E0FA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  <p:sp>
          <p:nvSpPr>
            <p:cNvPr id="248" name="Circle"/>
            <p:cNvSpPr/>
            <p:nvPr/>
          </p:nvSpPr>
          <p:spPr>
            <a:xfrm flipH="1" rot="10800000">
              <a:off x="4989900" y="4989900"/>
              <a:ext cx="30828457" cy="30828457"/>
            </a:xfrm>
            <a:prstGeom prst="ellipse">
              <a:avLst/>
            </a:prstGeom>
            <a:solidFill>
              <a:srgbClr val="A7D1F8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  <p:sp>
          <p:nvSpPr>
            <p:cNvPr id="249" name="Circle"/>
            <p:cNvSpPr/>
            <p:nvPr/>
          </p:nvSpPr>
          <p:spPr>
            <a:xfrm flipH="1" rot="10800000">
              <a:off x="9929803" y="9929803"/>
              <a:ext cx="20948651" cy="20948651"/>
            </a:xfrm>
            <a:prstGeom prst="ellipse">
              <a:avLst/>
            </a:prstGeom>
            <a:solidFill>
              <a:srgbClr val="8BC1F6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  <p:sp>
          <p:nvSpPr>
            <p:cNvPr id="250" name="Circle"/>
            <p:cNvSpPr/>
            <p:nvPr/>
          </p:nvSpPr>
          <p:spPr>
            <a:xfrm flipH="1" rot="10800000">
              <a:off x="14926891" y="14926890"/>
              <a:ext cx="10954475" cy="10954475"/>
            </a:xfrm>
            <a:prstGeom prst="ellipse">
              <a:avLst/>
            </a:pr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</p:grpSp>
      <p:sp>
        <p:nvSpPr>
          <p:cNvPr id="252" name="Layers of thick curved stripes in shades of blue"/>
          <p:cNvSpPr/>
          <p:nvPr>
            <p:ph type="pic" idx="21"/>
          </p:nvPr>
        </p:nvSpPr>
        <p:spPr>
          <a:xfrm>
            <a:off x="0" y="-2120900"/>
            <a:ext cx="31940501" cy="1796653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53" name="Presentation Title"/>
          <p:cNvSpPr txBox="1"/>
          <p:nvPr>
            <p:ph type="body" sz="quarter" idx="22" hasCustomPrompt="1"/>
          </p:nvPr>
        </p:nvSpPr>
        <p:spPr>
          <a:xfrm>
            <a:off x="901568" y="12535713"/>
            <a:ext cx="11290432" cy="3937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pc="0" sz="2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254" name="Slide Number"/>
          <p:cNvSpPr txBox="1"/>
          <p:nvPr>
            <p:ph type="sldNum" sz="quarter" idx="2"/>
          </p:nvPr>
        </p:nvSpPr>
        <p:spPr>
          <a:xfrm>
            <a:off x="23145802" y="12542191"/>
            <a:ext cx="419151" cy="3937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Bullets &amp; Live Video">
    <p:bg>
      <p:bgPr>
        <a:solidFill>
          <a:schemeClr val="accent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lide Subtitle"/>
          <p:cNvSpPr txBox="1"/>
          <p:nvPr>
            <p:ph type="body" sz="quarter" idx="21" hasCustomPrompt="1"/>
          </p:nvPr>
        </p:nvSpPr>
        <p:spPr>
          <a:xfrm>
            <a:off x="863600" y="1701800"/>
            <a:ext cx="8699500" cy="12954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pc="0" sz="7000"/>
            </a:lvl1pPr>
          </a:lstStyle>
          <a:p>
            <a:pPr/>
            <a:r>
              <a:t>Slide Subtitle</a:t>
            </a:r>
          </a:p>
        </p:txBody>
      </p:sp>
      <p:sp>
        <p:nvSpPr>
          <p:cNvPr id="262" name="Slide Title"/>
          <p:cNvSpPr txBox="1"/>
          <p:nvPr>
            <p:ph type="title" hasCustomPrompt="1"/>
          </p:nvPr>
        </p:nvSpPr>
        <p:spPr>
          <a:xfrm>
            <a:off x="863468" y="643119"/>
            <a:ext cx="8699501" cy="129632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pc="0" sz="7000"/>
            </a:lvl1pPr>
          </a:lstStyle>
          <a:p>
            <a:pPr/>
            <a:r>
              <a:t>Slide Title</a:t>
            </a:r>
          </a:p>
        </p:txBody>
      </p:sp>
      <p:sp>
        <p:nvSpPr>
          <p:cNvPr id="263" name="Presentation Title"/>
          <p:cNvSpPr txBox="1"/>
          <p:nvPr>
            <p:ph type="body" sz="quarter" idx="22" hasCustomPrompt="1"/>
          </p:nvPr>
        </p:nvSpPr>
        <p:spPr>
          <a:xfrm>
            <a:off x="901568" y="12535713"/>
            <a:ext cx="8636001" cy="3937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pc="0" sz="2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264" name="Body Level One…"/>
          <p:cNvSpPr txBox="1"/>
          <p:nvPr>
            <p:ph type="body" sz="quarter" idx="1" hasCustomPrompt="1"/>
          </p:nvPr>
        </p:nvSpPr>
        <p:spPr>
          <a:xfrm>
            <a:off x="863468" y="3706376"/>
            <a:ext cx="8699501" cy="7175501"/>
          </a:xfrm>
          <a:prstGeom prst="rect">
            <a:avLst/>
          </a:prstGeom>
        </p:spPr>
        <p:txBody>
          <a:bodyPr anchor="t"/>
          <a:lstStyle>
            <a:lvl1pPr marL="635000" indent="-635000">
              <a:lnSpc>
                <a:spcPct val="100000"/>
              </a:lnSpc>
              <a:buSzPct val="123000"/>
              <a:buChar char="-"/>
              <a:defRPr spc="0" sz="7000"/>
            </a:lvl1pPr>
            <a:lvl2pPr marL="1270000" indent="-635000">
              <a:lnSpc>
                <a:spcPct val="100000"/>
              </a:lnSpc>
              <a:buSzPct val="123000"/>
              <a:buChar char="-"/>
              <a:defRPr spc="0" sz="7000"/>
            </a:lvl2pPr>
            <a:lvl3pPr marL="1905000" indent="-635000">
              <a:lnSpc>
                <a:spcPct val="100000"/>
              </a:lnSpc>
              <a:buSzPct val="123000"/>
              <a:buChar char="-"/>
              <a:defRPr spc="0" sz="7000"/>
            </a:lvl3pPr>
            <a:lvl4pPr marL="2540000" indent="-635000">
              <a:lnSpc>
                <a:spcPct val="100000"/>
              </a:lnSpc>
              <a:buSzPct val="123000"/>
              <a:buChar char="-"/>
              <a:defRPr spc="0" sz="7000"/>
            </a:lvl4pPr>
            <a:lvl5pPr marL="3175000" indent="-635000">
              <a:lnSpc>
                <a:spcPct val="100000"/>
              </a:lnSpc>
              <a:buSzPct val="123000"/>
              <a:buChar char="-"/>
              <a:defRPr spc="0" sz="7000"/>
            </a:lvl5pPr>
          </a:lstStyle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65" name="Slide Number"/>
          <p:cNvSpPr txBox="1"/>
          <p:nvPr>
            <p:ph type="sldNum" sz="quarter" idx="2"/>
          </p:nvPr>
        </p:nvSpPr>
        <p:spPr>
          <a:xfrm>
            <a:off x="23145802" y="12542191"/>
            <a:ext cx="419151" cy="3937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ive Vide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resentation Title"/>
          <p:cNvSpPr txBox="1"/>
          <p:nvPr>
            <p:ph type="body" sz="quarter" idx="21" hasCustomPrompt="1"/>
          </p:nvPr>
        </p:nvSpPr>
        <p:spPr>
          <a:xfrm>
            <a:off x="901568" y="12535713"/>
            <a:ext cx="11290432" cy="3937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pc="0" sz="2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273" name="Slide Number"/>
          <p:cNvSpPr txBox="1"/>
          <p:nvPr>
            <p:ph type="sldNum" sz="quarter" idx="2"/>
          </p:nvPr>
        </p:nvSpPr>
        <p:spPr>
          <a:xfrm>
            <a:off x="23145802" y="12542191"/>
            <a:ext cx="419151" cy="3937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Slide Number"/>
          <p:cNvSpPr txBox="1"/>
          <p:nvPr>
            <p:ph type="sldNum" sz="quarter" idx="2"/>
          </p:nvPr>
        </p:nvSpPr>
        <p:spPr>
          <a:xfrm>
            <a:off x="23145802" y="12542191"/>
            <a:ext cx="419151" cy="3937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5D9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"/>
          <p:cNvGrpSpPr/>
          <p:nvPr/>
        </p:nvGrpSpPr>
        <p:grpSpPr>
          <a:xfrm>
            <a:off x="3936191" y="-13614193"/>
            <a:ext cx="40944386" cy="40944386"/>
            <a:chOff x="0" y="0"/>
            <a:chExt cx="40944384" cy="40944384"/>
          </a:xfrm>
        </p:grpSpPr>
        <p:sp>
          <p:nvSpPr>
            <p:cNvPr id="2" name="Circle"/>
            <p:cNvSpPr/>
            <p:nvPr/>
          </p:nvSpPr>
          <p:spPr>
            <a:xfrm>
              <a:off x="0" y="0"/>
              <a:ext cx="40944385" cy="40944385"/>
            </a:xfrm>
            <a:prstGeom prst="ellipse">
              <a:avLst/>
            </a:prstGeom>
            <a:solidFill>
              <a:srgbClr val="EDB4AB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  <p:sp>
          <p:nvSpPr>
            <p:cNvPr id="3" name="Circle"/>
            <p:cNvSpPr/>
            <p:nvPr/>
          </p:nvSpPr>
          <p:spPr>
            <a:xfrm>
              <a:off x="4987385" y="4987385"/>
              <a:ext cx="30969615" cy="30969615"/>
            </a:xfrm>
            <a:prstGeom prst="ellipse">
              <a:avLst/>
            </a:prstGeom>
            <a:solidFill>
              <a:srgbClr val="E68E8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  <p:sp>
          <p:nvSpPr>
            <p:cNvPr id="4" name="Circle"/>
            <p:cNvSpPr/>
            <p:nvPr/>
          </p:nvSpPr>
          <p:spPr>
            <a:xfrm>
              <a:off x="9966387" y="9966387"/>
              <a:ext cx="21011610" cy="21011610"/>
            </a:xfrm>
            <a:prstGeom prst="ellipse">
              <a:avLst/>
            </a:prstGeom>
            <a:solidFill>
              <a:srgbClr val="E06B59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 sz="3000"/>
              </a:pPr>
            </a:p>
          </p:txBody>
        </p:sp>
      </p:grpSp>
      <p:sp>
        <p:nvSpPr>
          <p:cNvPr id="6" name="Circle"/>
          <p:cNvSpPr/>
          <p:nvPr/>
        </p:nvSpPr>
        <p:spPr>
          <a:xfrm>
            <a:off x="18853388" y="1303004"/>
            <a:ext cx="11109993" cy="11109992"/>
          </a:xfrm>
          <a:prstGeom prst="ellipse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 sz="3000"/>
            </a:pPr>
          </a:p>
        </p:txBody>
      </p:sp>
      <p:sp>
        <p:nvSpPr>
          <p:cNvPr id="7" name="Body Level One…"/>
          <p:cNvSpPr txBox="1"/>
          <p:nvPr>
            <p:ph type="body" idx="1" hasCustomPrompt="1"/>
          </p:nvPr>
        </p:nvSpPr>
        <p:spPr>
          <a:xfrm>
            <a:off x="799968" y="6525312"/>
            <a:ext cx="22783801" cy="184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" name="Presentation Title"/>
          <p:cNvSpPr txBox="1"/>
          <p:nvPr>
            <p:ph type="title" hasCustomPrompt="1"/>
          </p:nvPr>
        </p:nvSpPr>
        <p:spPr>
          <a:xfrm>
            <a:off x="799968" y="5118007"/>
            <a:ext cx="22784063" cy="184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Presentation Title</a:t>
            </a:r>
          </a:p>
        </p:txBody>
      </p:sp>
      <p:sp>
        <p:nvSpPr>
          <p:cNvPr id="9" name="Slide Number"/>
          <p:cNvSpPr txBox="1"/>
          <p:nvPr>
            <p:ph type="sldNum" sz="quarter" idx="2"/>
          </p:nvPr>
        </p:nvSpPr>
        <p:spPr>
          <a:xfrm>
            <a:off x="23152100" y="12547600"/>
            <a:ext cx="419150" cy="3937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r" defTabSz="584200">
              <a:defRPr sz="2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1pPr>
      <a:lvl2pPr marL="0" marR="0" indent="4572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2pPr>
      <a:lvl3pPr marL="0" marR="0" indent="9144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3pPr>
      <a:lvl4pPr marL="0" marR="0" indent="13716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4pPr>
      <a:lvl5pPr marL="0" marR="0" indent="18288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5pPr>
      <a:lvl6pPr marL="0" marR="0" indent="22860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6pPr>
      <a:lvl7pPr marL="0" marR="0" indent="27432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7pPr>
      <a:lvl8pPr marL="0" marR="0" indent="32004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8pPr>
      <a:lvl9pPr marL="0" marR="0" indent="36576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9pPr>
    </p:titleStyle>
    <p:bodyStyle>
      <a:lvl1pPr marL="0" marR="0" indent="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1pPr>
      <a:lvl2pPr marL="0" marR="0" indent="4572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2pPr>
      <a:lvl3pPr marL="0" marR="0" indent="9144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3pPr>
      <a:lvl4pPr marL="0" marR="0" indent="13716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4pPr>
      <a:lvl5pPr marL="0" marR="0" indent="18288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5pPr>
      <a:lvl6pPr marL="0" marR="0" indent="22860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6pPr>
      <a:lvl7pPr marL="0" marR="0" indent="27432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7pPr>
      <a:lvl8pPr marL="0" marR="0" indent="32004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8pPr>
      <a:lvl9pPr marL="0" marR="0" indent="36576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9pPr>
    </p:bodyStyle>
    <p:otherStyle>
      <a:lvl1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Courier New"/>
        </a:defRPr>
      </a:lvl1pPr>
      <a:lvl2pPr marL="0" marR="0" indent="457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Courier New"/>
        </a:defRPr>
      </a:lvl2pPr>
      <a:lvl3pPr marL="0" marR="0" indent="914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Courier New"/>
        </a:defRPr>
      </a:lvl3pPr>
      <a:lvl4pPr marL="0" marR="0" indent="1371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Courier New"/>
        </a:defRPr>
      </a:lvl4pPr>
      <a:lvl5pPr marL="0" marR="0" indent="18288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Courier New"/>
        </a:defRPr>
      </a:lvl5pPr>
      <a:lvl6pPr marL="0" marR="0" indent="22860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Courier New"/>
        </a:defRPr>
      </a:lvl6pPr>
      <a:lvl7pPr marL="0" marR="0" indent="2743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Courier New"/>
        </a:defRPr>
      </a:lvl7pPr>
      <a:lvl8pPr marL="0" marR="0" indent="3200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Courier New"/>
        </a:defRPr>
      </a:lvl8pPr>
      <a:lvl9pPr marL="0" marR="0" indent="3657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Courier New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jpe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jpe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4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4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6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7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owerBi projec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i="1"/>
            </a:lvl1pPr>
          </a:lstStyle>
          <a:p>
            <a:pPr/>
            <a:r>
              <a:t>PowerBi project</a:t>
            </a:r>
          </a:p>
        </p:txBody>
      </p:sp>
      <p:sp>
        <p:nvSpPr>
          <p:cNvPr id="290" name="Madhesh PR - 727723EUIT119"/>
          <p:cNvSpPr txBox="1"/>
          <p:nvPr>
            <p:ph type="body" idx="21"/>
          </p:nvPr>
        </p:nvSpPr>
        <p:spPr>
          <a:xfrm>
            <a:off x="901568" y="12298297"/>
            <a:ext cx="11516753" cy="63111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2170121">
              <a:defRPr b="1" i="1" sz="3204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r>
              <a:t>Madhesh PR - 727723EUIT119</a:t>
            </a:r>
          </a:p>
        </p:txBody>
      </p:sp>
      <p:sp>
        <p:nvSpPr>
          <p:cNvPr id="291" name="AI-Driven Sales Forecasting &amp; Anomaly Detection using Power BI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1194786">
              <a:defRPr spc="-53" sz="5390"/>
            </a:lvl1pPr>
          </a:lstStyle>
          <a:p>
            <a:pPr/>
            <a:r>
              <a:t>AI-Driven Sales Forecasting &amp; Anomaly Detection using Power BI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Thick vertical stripes in shades of orange" descr="Thick vertical stripes in shades of orange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13" t="0" r="0" b="0"/>
          <a:stretch>
            <a:fillRect/>
          </a:stretch>
        </p:blipFill>
        <p:spPr>
          <a:xfrm>
            <a:off x="12193620" y="-2382"/>
            <a:ext cx="12190380" cy="13720979"/>
          </a:xfrm>
          <a:prstGeom prst="rect">
            <a:avLst/>
          </a:prstGeom>
        </p:spPr>
      </p:pic>
      <p:sp>
        <p:nvSpPr>
          <p:cNvPr id="294" name="Retail organizations often rely on reactive reporting, which only explains past performance.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algn="just" defTabSz="2121354">
              <a:defRPr sz="3132"/>
            </a:pPr>
            <a:r>
              <a:t>Retail organizations often rely on </a:t>
            </a:r>
            <a:r>
              <a:rPr b="1"/>
              <a:t>reactive reporting</a:t>
            </a:r>
            <a:r>
              <a:t>, which only explains past performance.</a:t>
            </a:r>
          </a:p>
          <a:p>
            <a:pPr algn="just" defTabSz="2121354">
              <a:defRPr sz="3132"/>
            </a:pPr>
            <a:r>
              <a:t>This creates challenges:</a:t>
            </a:r>
          </a:p>
          <a:p>
            <a:pPr marL="950213" indent="-828675" algn="just" defTabSz="2121354">
              <a:buSzPct val="75000"/>
              <a:buFont typeface="Times Roman"/>
              <a:buChar char="•"/>
              <a:defRPr sz="3132"/>
            </a:pPr>
            <a:r>
              <a:t>No visibility into </a:t>
            </a:r>
            <a:r>
              <a:rPr b="1"/>
              <a:t>future sales trends</a:t>
            </a:r>
          </a:p>
          <a:p>
            <a:pPr marL="950213" indent="-828675" algn="just" defTabSz="2121354">
              <a:buSzPct val="75000"/>
              <a:buFont typeface="Times Roman"/>
              <a:buChar char="•"/>
              <a:defRPr sz="3132"/>
            </a:pPr>
            <a:r>
              <a:t>Difficulty detecting </a:t>
            </a:r>
            <a:r>
              <a:rPr b="1"/>
              <a:t>unusual sales patterns</a:t>
            </a:r>
          </a:p>
          <a:p>
            <a:pPr marL="950213" indent="-828675" algn="just" defTabSz="2121354">
              <a:buSzPct val="75000"/>
              <a:buFont typeface="Times Roman"/>
              <a:buChar char="•"/>
              <a:defRPr sz="3132"/>
            </a:pPr>
            <a:r>
              <a:t>Delayed </a:t>
            </a:r>
            <a:r>
              <a:t>business decision-making</a:t>
            </a:r>
          </a:p>
          <a:p>
            <a:pPr algn="just" defTabSz="2121354">
              <a:defRPr sz="3132"/>
            </a:pPr>
            <a:r>
              <a:rPr b="1"/>
              <a:t>Goal:</a:t>
            </a:r>
            <a:br/>
            <a:r>
              <a:t>Use </a:t>
            </a:r>
            <a:r>
              <a:t>AI-powered analytics in Power BI</a:t>
            </a:r>
            <a:r>
              <a:t> to enable </a:t>
            </a:r>
            <a:r>
              <a:t>predictive and proactive decision-making</a:t>
            </a:r>
            <a:r>
              <a:t>.</a:t>
            </a:r>
          </a:p>
        </p:txBody>
      </p:sp>
      <p:sp>
        <p:nvSpPr>
          <p:cNvPr id="295" name="Business…"/>
          <p:cNvSpPr txBox="1"/>
          <p:nvPr/>
        </p:nvSpPr>
        <p:spPr>
          <a:xfrm>
            <a:off x="258102" y="476539"/>
            <a:ext cx="7971170" cy="36410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22431" indent="-508000">
              <a:lnSpc>
                <a:spcPct val="90000"/>
              </a:lnSpc>
              <a:defRPr b="1" i="1" spc="-110" sz="11000"/>
            </a:pPr>
            <a:r>
              <a:t>Business</a:t>
            </a:r>
          </a:p>
          <a:p>
            <a:pPr marL="622431" indent="-508000">
              <a:lnSpc>
                <a:spcPct val="90000"/>
              </a:lnSpc>
              <a:defRPr b="1" i="1" spc="-110" sz="11000"/>
            </a:pPr>
            <a:r>
              <a:t>Problem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Thick vertical stripes in shades of orange" descr="Thick vertical stripes in shades of orange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13" t="0" r="0" b="0"/>
          <a:stretch>
            <a:fillRect/>
          </a:stretch>
        </p:blipFill>
        <p:spPr>
          <a:xfrm>
            <a:off x="12193620" y="-2382"/>
            <a:ext cx="12190380" cy="13720979"/>
          </a:xfrm>
          <a:prstGeom prst="rect">
            <a:avLst/>
          </a:prstGeom>
        </p:spPr>
      </p:pic>
      <p:sp>
        <p:nvSpPr>
          <p:cNvPr id="298" name="Dataset Type: Retail sales transactions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2243271">
              <a:defRPr sz="3312"/>
            </a:pPr>
            <a:r>
              <a:rPr b="1"/>
              <a:t>Dataset Type:</a:t>
            </a:r>
            <a:r>
              <a:t> Retail sales transactions</a:t>
            </a:r>
          </a:p>
          <a:p>
            <a:pPr defTabSz="2243271">
              <a:defRPr b="1" sz="3312"/>
            </a:pPr>
            <a:r>
              <a:t>Key Fields:</a:t>
            </a:r>
          </a:p>
          <a:p>
            <a:pPr marL="1004824" indent="-876300" defTabSz="2243271">
              <a:buSzPct val="123000"/>
              <a:buFont typeface="Times Roman"/>
              <a:buChar char="•"/>
              <a:defRPr sz="3312"/>
            </a:pPr>
            <a:r>
              <a:t>Date</a:t>
            </a:r>
          </a:p>
          <a:p>
            <a:pPr marL="1004824" indent="-876300" defTabSz="2243271">
              <a:buSzPct val="123000"/>
              <a:buFont typeface="Times Roman"/>
              <a:buChar char="•"/>
              <a:defRPr sz="3312"/>
            </a:pPr>
            <a:r>
              <a:t>Product Category</a:t>
            </a:r>
          </a:p>
          <a:p>
            <a:pPr marL="1004824" indent="-876300" defTabSz="2243271">
              <a:buSzPct val="123000"/>
              <a:buFont typeface="Times Roman"/>
              <a:buChar char="•"/>
              <a:defRPr sz="3312"/>
            </a:pPr>
            <a:r>
              <a:t>Quantity</a:t>
            </a:r>
          </a:p>
          <a:p>
            <a:pPr marL="1004824" indent="-876300" defTabSz="2243271">
              <a:buSzPct val="123000"/>
              <a:buFont typeface="Times Roman"/>
              <a:buChar char="•"/>
              <a:defRPr sz="3312"/>
            </a:pPr>
            <a:r>
              <a:t>Price per Unit</a:t>
            </a:r>
          </a:p>
          <a:p>
            <a:pPr marL="1004824" indent="-876300" defTabSz="2243271">
              <a:buSzPct val="123000"/>
              <a:buFont typeface="Times Roman"/>
              <a:buChar char="•"/>
              <a:defRPr sz="3312"/>
            </a:pPr>
            <a:r>
              <a:t>Total Amount</a:t>
            </a:r>
          </a:p>
          <a:p>
            <a:pPr marL="1004824" indent="-876300" defTabSz="2243271">
              <a:buSzPct val="123000"/>
              <a:buFont typeface="Times Roman"/>
              <a:buChar char="•"/>
              <a:defRPr sz="3312"/>
            </a:pPr>
            <a:r>
              <a:t>Customer Demographics</a:t>
            </a:r>
          </a:p>
          <a:p>
            <a:pPr defTabSz="2243271">
              <a:defRPr sz="3312"/>
            </a:pPr>
            <a:r>
              <a:rPr b="1"/>
              <a:t>Purpose:</a:t>
            </a:r>
            <a:br/>
            <a:r>
              <a:t>Analyze </a:t>
            </a:r>
            <a:r>
              <a:t>historical sales</a:t>
            </a:r>
            <a:r>
              <a:t>, detect </a:t>
            </a:r>
            <a:r>
              <a:t>patterns</a:t>
            </a:r>
            <a:r>
              <a:t>, and generate </a:t>
            </a:r>
            <a:r>
              <a:t>future forecasts</a:t>
            </a:r>
            <a:r>
              <a:t>.</a:t>
            </a:r>
          </a:p>
        </p:txBody>
      </p:sp>
      <p:sp>
        <p:nvSpPr>
          <p:cNvPr id="299" name="Dataset…"/>
          <p:cNvSpPr txBox="1"/>
          <p:nvPr/>
        </p:nvSpPr>
        <p:spPr>
          <a:xfrm>
            <a:off x="258102" y="476539"/>
            <a:ext cx="7971170" cy="36410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22431" indent="-508000">
              <a:lnSpc>
                <a:spcPct val="90000"/>
              </a:lnSpc>
              <a:defRPr b="1" i="1" spc="-110" sz="11000"/>
            </a:pPr>
            <a:r>
              <a:t>Dataset</a:t>
            </a:r>
          </a:p>
          <a:p>
            <a:pPr marL="622431" indent="-508000">
              <a:lnSpc>
                <a:spcPct val="90000"/>
              </a:lnSpc>
              <a:defRPr b="1" i="1" spc="-110" sz="11000"/>
            </a:pPr>
            <a:r>
              <a:t>Overview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1. Data Fetching…"/>
          <p:cNvSpPr txBox="1"/>
          <p:nvPr>
            <p:ph type="title"/>
          </p:nvPr>
        </p:nvSpPr>
        <p:spPr>
          <a:xfrm>
            <a:off x="901568" y="4264258"/>
            <a:ext cx="9779001" cy="8124764"/>
          </a:xfrm>
          <a:prstGeom prst="rect">
            <a:avLst/>
          </a:prstGeom>
        </p:spPr>
        <p:txBody>
          <a:bodyPr/>
          <a:lstStyle/>
          <a:p>
            <a:pPr defTabSz="2292038">
              <a:defRPr b="1" sz="3384">
                <a:latin typeface="Graphik"/>
                <a:ea typeface="Graphik"/>
                <a:cs typeface="Graphik"/>
                <a:sym typeface="Graphik"/>
              </a:defRPr>
            </a:pPr>
            <a:r>
              <a:t>1. Data Fetching</a:t>
            </a:r>
          </a:p>
          <a:p>
            <a:pPr lvl="1" indent="429768" defTabSz="2292038">
              <a:lnSpc>
                <a:spcPct val="100000"/>
              </a:lnSpc>
              <a:defRPr spc="0" sz="3384">
                <a:latin typeface="Graphik"/>
                <a:ea typeface="Graphik"/>
                <a:cs typeface="Graphik"/>
                <a:sym typeface="Graphik"/>
              </a:defRPr>
            </a:pPr>
            <a:r>
              <a:t>Imported dataset into </a:t>
            </a:r>
            <a:r>
              <a:rPr b="1"/>
              <a:t>Power BI Desktop</a:t>
            </a:r>
            <a:r>
              <a:t>.</a:t>
            </a:r>
          </a:p>
          <a:p>
            <a:pPr defTabSz="2292038">
              <a:defRPr b="1" sz="3384">
                <a:latin typeface="Graphik"/>
                <a:ea typeface="Graphik"/>
                <a:cs typeface="Graphik"/>
                <a:sym typeface="Graphik"/>
              </a:defRPr>
            </a:pPr>
            <a:r>
              <a:t>2. Data Cleaning</a:t>
            </a:r>
          </a:p>
          <a:p>
            <a:pPr lvl="1" indent="429768" defTabSz="2292038">
              <a:lnSpc>
                <a:spcPct val="100000"/>
              </a:lnSpc>
              <a:defRPr spc="0" sz="3384">
                <a:latin typeface="Graphik"/>
                <a:ea typeface="Graphik"/>
                <a:cs typeface="Graphik"/>
                <a:sym typeface="Graphik"/>
              </a:defRPr>
            </a:pPr>
            <a:r>
              <a:t>Corrected data types</a:t>
            </a:r>
          </a:p>
          <a:p>
            <a:pPr lvl="1" indent="429768" defTabSz="2292038">
              <a:lnSpc>
                <a:spcPct val="100000"/>
              </a:lnSpc>
              <a:defRPr spc="0" sz="3384">
                <a:latin typeface="Graphik"/>
                <a:ea typeface="Graphik"/>
                <a:cs typeface="Graphik"/>
                <a:sym typeface="Graphik"/>
              </a:defRPr>
            </a:pPr>
            <a:r>
              <a:t>Removed inconsistencies</a:t>
            </a:r>
          </a:p>
          <a:p>
            <a:pPr lvl="1" indent="429768" defTabSz="2292038">
              <a:lnSpc>
                <a:spcPct val="100000"/>
              </a:lnSpc>
              <a:defRPr spc="0" sz="3384">
                <a:latin typeface="Graphik"/>
                <a:ea typeface="Graphik"/>
                <a:cs typeface="Graphik"/>
                <a:sym typeface="Graphik"/>
              </a:defRPr>
            </a:pPr>
            <a:r>
              <a:t>Created date hierarchy</a:t>
            </a:r>
          </a:p>
          <a:p>
            <a:pPr defTabSz="2292038">
              <a:defRPr b="1" sz="3384">
                <a:latin typeface="Graphik"/>
                <a:ea typeface="Graphik"/>
                <a:cs typeface="Graphik"/>
                <a:sym typeface="Graphik"/>
              </a:defRPr>
            </a:pPr>
            <a:r>
              <a:t>3. Data Modeling</a:t>
            </a:r>
          </a:p>
          <a:p>
            <a:pPr lvl="1" indent="429768" defTabSz="2292038">
              <a:lnSpc>
                <a:spcPct val="100000"/>
              </a:lnSpc>
              <a:defRPr spc="0" sz="3384">
                <a:latin typeface="Graphik"/>
                <a:ea typeface="Graphik"/>
                <a:cs typeface="Graphik"/>
                <a:sym typeface="Graphik"/>
              </a:defRPr>
            </a:pPr>
            <a:r>
              <a:t>Created measures and KPIs</a:t>
            </a:r>
          </a:p>
          <a:p>
            <a:pPr lvl="1" indent="429768" defTabSz="2292038">
              <a:lnSpc>
                <a:spcPct val="100000"/>
              </a:lnSpc>
              <a:defRPr spc="0" sz="3384">
                <a:latin typeface="Graphik"/>
                <a:ea typeface="Graphik"/>
                <a:cs typeface="Graphik"/>
                <a:sym typeface="Graphik"/>
              </a:defRPr>
            </a:pPr>
            <a:r>
              <a:t>Built relationships and aggregations</a:t>
            </a:r>
          </a:p>
          <a:p>
            <a:pPr defTabSz="2292038">
              <a:defRPr b="1" sz="3384">
                <a:latin typeface="Graphik"/>
                <a:ea typeface="Graphik"/>
                <a:cs typeface="Graphik"/>
                <a:sym typeface="Graphik"/>
              </a:defRPr>
            </a:pPr>
            <a:r>
              <a:t>4. Data Visualization</a:t>
            </a:r>
          </a:p>
          <a:p>
            <a:pPr lvl="1" indent="429768" defTabSz="2292038">
              <a:lnSpc>
                <a:spcPct val="100000"/>
              </a:lnSpc>
              <a:defRPr spc="0" sz="3384">
                <a:latin typeface="Graphik"/>
                <a:ea typeface="Graphik"/>
                <a:cs typeface="Graphik"/>
                <a:sym typeface="Graphik"/>
              </a:defRPr>
            </a:pPr>
            <a:r>
              <a:t>Line charts for trends &amp; forecasting</a:t>
            </a:r>
          </a:p>
          <a:p>
            <a:pPr lvl="1" indent="429768" defTabSz="2292038">
              <a:lnSpc>
                <a:spcPct val="100000"/>
              </a:lnSpc>
              <a:defRPr spc="0" sz="3384">
                <a:latin typeface="Graphik"/>
                <a:ea typeface="Graphik"/>
                <a:cs typeface="Graphik"/>
                <a:sym typeface="Graphik"/>
              </a:defRPr>
            </a:pPr>
            <a:r>
              <a:t>AI anomaly detection visuals</a:t>
            </a:r>
          </a:p>
          <a:p>
            <a:pPr lvl="1" indent="429768" defTabSz="2292038">
              <a:lnSpc>
                <a:spcPct val="100000"/>
              </a:lnSpc>
              <a:defRPr spc="0" sz="3384">
                <a:latin typeface="Graphik"/>
                <a:ea typeface="Graphik"/>
                <a:cs typeface="Graphik"/>
                <a:sym typeface="Graphik"/>
              </a:defRPr>
            </a:pPr>
            <a:r>
              <a:t>KPI cards and Smart Narratives</a:t>
            </a:r>
          </a:p>
        </p:txBody>
      </p:sp>
      <p:sp>
        <p:nvSpPr>
          <p:cNvPr id="302" name="Steps Taken"/>
          <p:cNvSpPr txBox="1"/>
          <p:nvPr>
            <p:ph type="body" sz="quarter" idx="1"/>
          </p:nvPr>
        </p:nvSpPr>
        <p:spPr>
          <a:xfrm>
            <a:off x="258102" y="476539"/>
            <a:ext cx="10913297" cy="3641027"/>
          </a:xfrm>
          <a:prstGeom prst="rect">
            <a:avLst/>
          </a:prstGeom>
        </p:spPr>
        <p:txBody>
          <a:bodyPr/>
          <a:lstStyle>
            <a:lvl1pPr>
              <a:defRPr b="1" i="1"/>
            </a:lvl1pPr>
          </a:lstStyle>
          <a:p>
            <a:pPr/>
            <a:r>
              <a:t>Steps Taken</a:t>
            </a:r>
          </a:p>
        </p:txBody>
      </p:sp>
      <p:pic>
        <p:nvPicPr>
          <p:cNvPr id="303" name="Thick vertical stripes in shades of orange" descr="Thick vertical stripes in shades of orange"/>
          <p:cNvPicPr>
            <a:picLocks noChangeAspect="1"/>
          </p:cNvPicPr>
          <p:nvPr>
            <p:ph type="pic" idx="22"/>
          </p:nvPr>
        </p:nvPicPr>
        <p:blipFill>
          <a:blip r:embed="rId2">
            <a:extLst/>
          </a:blip>
          <a:srcRect l="0" t="0" r="1235" b="0"/>
          <a:stretch>
            <a:fillRect/>
          </a:stretch>
        </p:blipFill>
        <p:spPr>
          <a:xfrm>
            <a:off x="12204700" y="0"/>
            <a:ext cx="12179300" cy="13720978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Thick vertical stripes in shades of yellow" descr="Thick vertical stripes in shades of yellow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42" t="0" r="0" b="0"/>
          <a:stretch>
            <a:fillRect/>
          </a:stretch>
        </p:blipFill>
        <p:spPr>
          <a:xfrm>
            <a:off x="12197234" y="-2560"/>
            <a:ext cx="12186766" cy="13721119"/>
          </a:xfrm>
          <a:prstGeom prst="rect">
            <a:avLst/>
          </a:prstGeom>
        </p:spPr>
      </p:pic>
      <p:sp>
        <p:nvSpPr>
          <p:cNvPr id="306" name="Power BI Desktop — Data visualization &amp; AI analytics…"/>
          <p:cNvSpPr txBox="1"/>
          <p:nvPr>
            <p:ph type="body" sz="quarter" idx="1"/>
          </p:nvPr>
        </p:nvSpPr>
        <p:spPr>
          <a:xfrm>
            <a:off x="387613" y="3677437"/>
            <a:ext cx="10360084" cy="4622158"/>
          </a:xfrm>
          <a:prstGeom prst="rect">
            <a:avLst/>
          </a:prstGeom>
        </p:spPr>
        <p:txBody>
          <a:bodyPr/>
          <a:lstStyle/>
          <a:p>
            <a:pPr algn="just" defTabSz="2194505">
              <a:defRPr sz="3239"/>
            </a:pPr>
            <a:r>
              <a:rPr b="1"/>
              <a:t>Power BI Desktop</a:t>
            </a:r>
            <a:r>
              <a:t> — Data visualization &amp; AI analytics</a:t>
            </a:r>
          </a:p>
          <a:p>
            <a:pPr algn="just" defTabSz="2194505">
              <a:defRPr sz="3239"/>
            </a:pPr>
            <a:r>
              <a:rPr b="1"/>
              <a:t>DAX (Data Analysis Expressions)</a:t>
            </a:r>
            <a:r>
              <a:t> — Measures &amp; KPIs</a:t>
            </a:r>
          </a:p>
          <a:p>
            <a:pPr algn="just" defTabSz="2194505">
              <a:defRPr sz="3239"/>
            </a:pPr>
            <a:r>
              <a:rPr b="1"/>
              <a:t>AI Forecasting &amp; Anomaly Detection</a:t>
            </a:r>
            <a:r>
              <a:t> — Predictive insights</a:t>
            </a:r>
          </a:p>
          <a:p>
            <a:pPr algn="just" defTabSz="2194505">
              <a:defRPr sz="3239"/>
            </a:pPr>
            <a:r>
              <a:rPr b="1"/>
              <a:t>Smart Narratives</a:t>
            </a:r>
            <a:r>
              <a:t> — Automated business summaries</a:t>
            </a:r>
          </a:p>
        </p:txBody>
      </p:sp>
      <p:sp>
        <p:nvSpPr>
          <p:cNvPr id="307" name="Tools Used"/>
          <p:cNvSpPr txBox="1"/>
          <p:nvPr/>
        </p:nvSpPr>
        <p:spPr>
          <a:xfrm>
            <a:off x="258102" y="476539"/>
            <a:ext cx="10913297" cy="36410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622431" indent="-508000">
              <a:lnSpc>
                <a:spcPct val="90000"/>
              </a:lnSpc>
              <a:defRPr b="1" i="1" spc="-110" sz="11000"/>
            </a:lvl1pPr>
          </a:lstStyle>
          <a:p>
            <a:pPr/>
            <a:r>
              <a:t>Tools Used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Findings…"/>
          <p:cNvSpPr txBox="1"/>
          <p:nvPr>
            <p:ph type="body" sz="half" idx="4294967295"/>
          </p:nvPr>
        </p:nvSpPr>
        <p:spPr>
          <a:xfrm>
            <a:off x="258102" y="476539"/>
            <a:ext cx="21801408" cy="3641027"/>
          </a:xfrm>
          <a:prstGeom prst="rect">
            <a:avLst/>
          </a:prstGeom>
        </p:spPr>
        <p:txBody>
          <a:bodyPr anchor="t"/>
          <a:lstStyle/>
          <a:p>
            <a:pPr>
              <a:defRPr b="1" i="1" spc="-220" sz="11000"/>
            </a:pPr>
            <a:r>
              <a:t>Findings </a:t>
            </a:r>
          </a:p>
          <a:p>
            <a:pPr>
              <a:defRPr b="1" i="1" spc="-220" sz="11000"/>
            </a:pPr>
            <a:r>
              <a:t>(Questions → Insights → Visuals)</a:t>
            </a:r>
          </a:p>
        </p:txBody>
      </p:sp>
      <p:grpSp>
        <p:nvGrpSpPr>
          <p:cNvPr id="312" name="Image Gallery"/>
          <p:cNvGrpSpPr/>
          <p:nvPr/>
        </p:nvGrpSpPr>
        <p:grpSpPr>
          <a:xfrm>
            <a:off x="1047010" y="9228996"/>
            <a:ext cx="9197332" cy="4661851"/>
            <a:chOff x="0" y="0"/>
            <a:chExt cx="9197330" cy="4661849"/>
          </a:xfrm>
        </p:grpSpPr>
        <p:pic>
          <p:nvPicPr>
            <p:cNvPr id="310" name="Screenshot 2026-02-07 at 10.28.02.png" descr="Screenshot 2026-02-07 at 10.28.02.pn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553" r="0" b="553"/>
            <a:stretch>
              <a:fillRect/>
            </a:stretch>
          </p:blipFill>
          <p:spPr>
            <a:xfrm>
              <a:off x="0" y="0"/>
              <a:ext cx="9197331" cy="40903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11" name="Caption"/>
            <p:cNvSpPr/>
            <p:nvPr/>
          </p:nvSpPr>
          <p:spPr>
            <a:xfrm>
              <a:off x="0" y="4166549"/>
              <a:ext cx="9197331" cy="495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200" tIns="76200" rIns="76200" bIns="76200" numCol="1" anchor="t">
              <a:noAutofit/>
            </a:bodyPr>
            <a:lstStyle>
              <a:lvl1pPr algn="ctr">
                <a:defRPr sz="2400">
                  <a:latin typeface="Courier New"/>
                  <a:ea typeface="Courier New"/>
                  <a:cs typeface="Courier New"/>
                  <a:sym typeface="Courier New"/>
                </a:defRPr>
              </a:lvl1pPr>
            </a:lstStyle>
            <a:p>
              <a:pPr/>
              <a:r>
                <a:t>Caption</a:t>
              </a:r>
            </a:p>
          </p:txBody>
        </p:sp>
      </p:grpSp>
      <p:grpSp>
        <p:nvGrpSpPr>
          <p:cNvPr id="315" name="Image Gallery"/>
          <p:cNvGrpSpPr/>
          <p:nvPr/>
        </p:nvGrpSpPr>
        <p:grpSpPr>
          <a:xfrm>
            <a:off x="8935673" y="4308939"/>
            <a:ext cx="9758091" cy="4678932"/>
            <a:chOff x="0" y="0"/>
            <a:chExt cx="9758090" cy="4678930"/>
          </a:xfrm>
        </p:grpSpPr>
        <p:pic>
          <p:nvPicPr>
            <p:cNvPr id="313" name="Screenshot 2026-02-07 at 10.28.30.png" descr="Screenshot 2026-02-07 at 10.28.30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1383" r="0" b="1383"/>
            <a:stretch>
              <a:fillRect/>
            </a:stretch>
          </p:blipFill>
          <p:spPr>
            <a:xfrm>
              <a:off x="0" y="0"/>
              <a:ext cx="9758091" cy="410743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14" name="Caption"/>
            <p:cNvSpPr/>
            <p:nvPr/>
          </p:nvSpPr>
          <p:spPr>
            <a:xfrm>
              <a:off x="0" y="4183630"/>
              <a:ext cx="9758091" cy="495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200" tIns="76200" rIns="76200" bIns="76200" numCol="1" anchor="t">
              <a:noAutofit/>
            </a:bodyPr>
            <a:lstStyle>
              <a:lvl1pPr algn="ctr">
                <a:defRPr sz="2400">
                  <a:latin typeface="Courier New"/>
                  <a:ea typeface="Courier New"/>
                  <a:cs typeface="Courier New"/>
                  <a:sym typeface="Courier New"/>
                </a:defRPr>
              </a:lvl1pPr>
            </a:lstStyle>
            <a:p>
              <a:pPr/>
              <a:r>
                <a:t>Caption</a:t>
              </a:r>
            </a:p>
          </p:txBody>
        </p:sp>
      </p:grpSp>
      <p:grpSp>
        <p:nvGrpSpPr>
          <p:cNvPr id="318" name="Image Gallery"/>
          <p:cNvGrpSpPr/>
          <p:nvPr/>
        </p:nvGrpSpPr>
        <p:grpSpPr>
          <a:xfrm>
            <a:off x="1026790" y="4308939"/>
            <a:ext cx="7623134" cy="5300183"/>
            <a:chOff x="0" y="0"/>
            <a:chExt cx="7623132" cy="5300181"/>
          </a:xfrm>
        </p:grpSpPr>
        <p:pic>
          <p:nvPicPr>
            <p:cNvPr id="316" name="Screenshot 2026-02-07 at 10.32.08.png" descr="Screenshot 2026-02-07 at 10.32.08.png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0" t="331" r="0" b="331"/>
            <a:stretch>
              <a:fillRect/>
            </a:stretch>
          </p:blipFill>
          <p:spPr>
            <a:xfrm>
              <a:off x="0" y="0"/>
              <a:ext cx="7623133" cy="472868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17" name="Caption"/>
            <p:cNvSpPr/>
            <p:nvPr/>
          </p:nvSpPr>
          <p:spPr>
            <a:xfrm>
              <a:off x="0" y="4804881"/>
              <a:ext cx="7623133" cy="495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200" tIns="76200" rIns="76200" bIns="76200" numCol="1" anchor="t">
              <a:noAutofit/>
            </a:bodyPr>
            <a:lstStyle>
              <a:lvl1pPr algn="ctr">
                <a:defRPr sz="2400">
                  <a:latin typeface="Courier New"/>
                  <a:ea typeface="Courier New"/>
                  <a:cs typeface="Courier New"/>
                  <a:sym typeface="Courier New"/>
                </a:defRPr>
              </a:lvl1pPr>
            </a:lstStyle>
            <a:p>
              <a:pPr/>
              <a:r>
                <a:t>Caption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Layers of thick curved stripes in shades of blue" descr="Layers of thick curved stripes in shades of blue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11790" r="23671" b="11839"/>
          <a:stretch>
            <a:fillRect/>
          </a:stretch>
        </p:blipFill>
        <p:spPr>
          <a:xfrm>
            <a:off x="0" y="-2489"/>
            <a:ext cx="24379764" cy="13720978"/>
          </a:xfrm>
          <a:prstGeom prst="rect">
            <a:avLst/>
          </a:prstGeom>
        </p:spPr>
      </p:pic>
      <p:sp>
        <p:nvSpPr>
          <p:cNvPr id="321" name="Recommendations"/>
          <p:cNvSpPr txBox="1"/>
          <p:nvPr/>
        </p:nvSpPr>
        <p:spPr>
          <a:xfrm>
            <a:off x="258102" y="476539"/>
            <a:ext cx="12967549" cy="36410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622431" indent="-508000">
              <a:lnSpc>
                <a:spcPct val="90000"/>
              </a:lnSpc>
              <a:defRPr b="1" i="1" spc="-110" sz="11000"/>
            </a:lvl1pPr>
          </a:lstStyle>
          <a:p>
            <a:pPr/>
            <a:r>
              <a:t>Recommendations</a:t>
            </a:r>
          </a:p>
        </p:txBody>
      </p:sp>
      <p:sp>
        <p:nvSpPr>
          <p:cNvPr id="322" name="Increase inventory before peak seasons…"/>
          <p:cNvSpPr txBox="1"/>
          <p:nvPr>
            <p:ph type="title" idx="4294967295"/>
          </p:nvPr>
        </p:nvSpPr>
        <p:spPr>
          <a:xfrm>
            <a:off x="901568" y="4264258"/>
            <a:ext cx="9779001" cy="8124764"/>
          </a:xfrm>
          <a:prstGeom prst="rect">
            <a:avLst/>
          </a:prstGeom>
        </p:spPr>
        <p:txBody>
          <a:bodyPr anchor="t"/>
          <a:lstStyle/>
          <a:p>
            <a:pPr marL="326571" indent="-326571">
              <a:lnSpc>
                <a:spcPct val="100000"/>
              </a:lnSpc>
              <a:buSzPct val="123000"/>
              <a:buChar char="-"/>
              <a:defRPr spc="0" sz="3600">
                <a:latin typeface="Graphik"/>
                <a:ea typeface="Graphik"/>
                <a:cs typeface="Graphik"/>
                <a:sym typeface="Graphik"/>
              </a:defRPr>
            </a:pPr>
            <a:r>
              <a:t>Increase </a:t>
            </a:r>
            <a:r>
              <a:rPr b="1"/>
              <a:t>inventory before peak seasons</a:t>
            </a:r>
            <a:endParaRPr b="1"/>
          </a:p>
          <a:p>
            <a:pPr marL="326571" indent="-326571">
              <a:lnSpc>
                <a:spcPct val="100000"/>
              </a:lnSpc>
              <a:buSzPct val="123000"/>
              <a:defRPr spc="0" sz="3600">
                <a:latin typeface="Graphik"/>
                <a:ea typeface="Graphik"/>
                <a:cs typeface="Graphik"/>
                <a:sym typeface="Graphik"/>
              </a:defRPr>
            </a:pPr>
            <a:r>
              <a:t>Focus </a:t>
            </a:r>
            <a:r>
              <a:rPr b="1"/>
              <a:t>marketing on high-performing categories</a:t>
            </a:r>
            <a:endParaRPr b="1"/>
          </a:p>
          <a:p>
            <a:pPr marL="326571" indent="-326571">
              <a:lnSpc>
                <a:spcPct val="100000"/>
              </a:lnSpc>
              <a:buSzPct val="123000"/>
              <a:defRPr spc="0" sz="3600">
                <a:latin typeface="Graphik"/>
                <a:ea typeface="Graphik"/>
                <a:cs typeface="Graphik"/>
                <a:sym typeface="Graphik"/>
              </a:defRPr>
            </a:pPr>
            <a:r>
              <a:t>Investigate </a:t>
            </a:r>
            <a:r>
              <a:rPr b="1"/>
              <a:t>sudden sales drops</a:t>
            </a:r>
            <a:r>
              <a:t> to reduce risk</a:t>
            </a:r>
          </a:p>
          <a:p>
            <a:pPr marL="326571" indent="-326571">
              <a:lnSpc>
                <a:spcPct val="100000"/>
              </a:lnSpc>
              <a:buSzPct val="123000"/>
              <a:defRPr spc="0" sz="3600">
                <a:latin typeface="Graphik"/>
                <a:ea typeface="Graphik"/>
                <a:cs typeface="Graphik"/>
                <a:sym typeface="Graphik"/>
              </a:defRPr>
            </a:pPr>
            <a:r>
              <a:t>Use </a:t>
            </a:r>
            <a:r>
              <a:rPr b="1"/>
              <a:t>AI forecasting dashboards</a:t>
            </a:r>
            <a:r>
              <a:t> for continuous planning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Dashboard Screenshots"/>
          <p:cNvSpPr txBox="1"/>
          <p:nvPr/>
        </p:nvSpPr>
        <p:spPr>
          <a:xfrm>
            <a:off x="4102961" y="5069151"/>
            <a:ext cx="16178078" cy="2507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>
              <a:lnSpc>
                <a:spcPct val="90000"/>
              </a:lnSpc>
              <a:defRPr b="1" i="1" spc="-220" sz="11000"/>
            </a:lvl1pPr>
          </a:lstStyle>
          <a:p>
            <a:pPr/>
            <a:r>
              <a:t>Dashboard Screenshots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Dashboard.png" descr="Dashboard.png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6727" r="0" b="6727"/>
          <a:stretch>
            <a:fillRect/>
          </a:stretch>
        </p:blipFill>
        <p:spPr>
          <a:xfrm>
            <a:off x="0" y="-2489"/>
            <a:ext cx="24379764" cy="13720978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Forecast Analysis.png" descr="Forecast Analysis.png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6727" r="0" b="6727"/>
          <a:stretch>
            <a:fillRect/>
          </a:stretch>
        </p:blipFill>
        <p:spPr>
          <a:xfrm>
            <a:off x="0" y="-2489"/>
            <a:ext cx="24379764" cy="13720978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Insights.png" descr="Insights.png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6727" r="0" b="6727"/>
          <a:stretch>
            <a:fillRect/>
          </a:stretch>
        </p:blipFill>
        <p:spPr>
          <a:xfrm>
            <a:off x="2182" y="-2580"/>
            <a:ext cx="24379764" cy="13720979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Summary.png" descr="Summary.png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6727" r="0" b="6727"/>
          <a:stretch>
            <a:fillRect/>
          </a:stretch>
        </p:blipFill>
        <p:spPr>
          <a:xfrm>
            <a:off x="0" y="-2489"/>
            <a:ext cx="24379764" cy="13720978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Thank You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414236">
              <a:defRPr b="1" i="1" spc="-580" sz="29000"/>
            </a:lvl1pPr>
          </a:lstStyle>
          <a:p>
            <a:pPr/>
            <a:r>
              <a:t>Thank You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52_Gradient_Colorful_PM">
  <a:themeElements>
    <a:clrScheme name="52_Gradient_Colorful_PM">
      <a:dk1>
        <a:srgbClr val="000000"/>
      </a:dk1>
      <a:lt1>
        <a:srgbClr val="F5D9D5"/>
      </a:lt1>
      <a:dk2>
        <a:srgbClr val="5E5E5E"/>
      </a:dk2>
      <a:lt2>
        <a:srgbClr val="D5D5D5"/>
      </a:lt2>
      <a:accent1>
        <a:srgbClr val="95E200"/>
      </a:accent1>
      <a:accent2>
        <a:srgbClr val="FFBF07"/>
      </a:accent2>
      <a:accent3>
        <a:srgbClr val="ED3B27"/>
      </a:accent3>
      <a:accent4>
        <a:srgbClr val="FF7813"/>
      </a:accent4>
      <a:accent5>
        <a:srgbClr val="5AB4FA"/>
      </a:accent5>
      <a:accent6>
        <a:srgbClr val="B97AFA"/>
      </a:accent6>
      <a:hlink>
        <a:srgbClr val="0000FF"/>
      </a:hlink>
      <a:folHlink>
        <a:srgbClr val="FF00FF"/>
      </a:folHlink>
    </a:clrScheme>
    <a:fontScheme name="52_Gradient_Colorful_PM">
      <a:majorFont>
        <a:latin typeface="Graphik Semibold"/>
        <a:ea typeface="Graphik Semibold"/>
        <a:cs typeface="Graphik Semibold"/>
      </a:majorFont>
      <a:minorFont>
        <a:latin typeface="Graphik Semibold"/>
        <a:ea typeface="Graphik Semibold"/>
        <a:cs typeface="Graphik Semibold"/>
      </a:minorFont>
    </a:fontScheme>
    <a:fmtScheme name="52_Gradient_Colorful_P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52_Gradient_Colorful_PM">
  <a:themeElements>
    <a:clrScheme name="52_Gradient_Colorful_PM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95E200"/>
      </a:accent1>
      <a:accent2>
        <a:srgbClr val="FFBF07"/>
      </a:accent2>
      <a:accent3>
        <a:srgbClr val="ED3B27"/>
      </a:accent3>
      <a:accent4>
        <a:srgbClr val="FF7813"/>
      </a:accent4>
      <a:accent5>
        <a:srgbClr val="5AB4FA"/>
      </a:accent5>
      <a:accent6>
        <a:srgbClr val="B97AFA"/>
      </a:accent6>
      <a:hlink>
        <a:srgbClr val="0000FF"/>
      </a:hlink>
      <a:folHlink>
        <a:srgbClr val="FF00FF"/>
      </a:folHlink>
    </a:clrScheme>
    <a:fontScheme name="52_Gradient_Colorful_PM">
      <a:majorFont>
        <a:latin typeface="Graphik Semibold"/>
        <a:ea typeface="Graphik Semibold"/>
        <a:cs typeface="Graphik Semibold"/>
      </a:majorFont>
      <a:minorFont>
        <a:latin typeface="Graphik Semibold"/>
        <a:ea typeface="Graphik Semibold"/>
        <a:cs typeface="Graphik Semibold"/>
      </a:minorFont>
    </a:fontScheme>
    <a:fmtScheme name="52_Gradient_Colorful_P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